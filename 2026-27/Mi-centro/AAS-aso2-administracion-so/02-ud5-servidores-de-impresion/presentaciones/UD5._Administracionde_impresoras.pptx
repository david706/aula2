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61"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11" Type="http://schemas.openxmlformats.org/officeDocument/2006/relationships/slide" Target="slides/slide6.xml"/><Relationship Id="rId33" Type="http://schemas.openxmlformats.org/officeDocument/2006/relationships/slide" Target="slides/slide28.xml"/><Relationship Id="rId10" Type="http://schemas.openxmlformats.org/officeDocument/2006/relationships/slide" Target="slides/slide5.xml"/><Relationship Id="rId32" Type="http://schemas.openxmlformats.org/officeDocument/2006/relationships/slide" Target="slides/slide27.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 name="Shape 60"/>
        <p:cNvGrpSpPr/>
        <p:nvPr/>
      </p:nvGrpSpPr>
      <p:grpSpPr>
        <a:xfrm>
          <a:off x="0" y="0"/>
          <a:ext cx="0" cy="0"/>
          <a:chOff x="0" y="0"/>
          <a:chExt cx="0" cy="0"/>
        </a:xfrm>
      </p:grpSpPr>
      <p:sp>
        <p:nvSpPr>
          <p:cNvPr id="61" name="Google Shape;6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62" name="Google Shape;6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 name="Shape 67"/>
        <p:cNvGrpSpPr/>
        <p:nvPr/>
      </p:nvGrpSpPr>
      <p:grpSpPr>
        <a:xfrm>
          <a:off x="0" y="0"/>
          <a:ext cx="0" cy="0"/>
          <a:chOff x="0" y="0"/>
          <a:chExt cx="0" cy="0"/>
        </a:xfrm>
      </p:grpSpPr>
      <p:sp>
        <p:nvSpPr>
          <p:cNvPr id="68" name="Google Shape;68;g3b4597b273f_0_97:notes"/>
          <p:cNvSpPr txBox="1"/>
          <p:nvPr>
            <p:ph idx="1" type="body"/>
          </p:nvPr>
        </p:nvSpPr>
        <p:spPr>
          <a:xfrm>
            <a:off x="685800" y="4343378"/>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9" name="Google Shape;69;g3b4597b273f_0_97:notes"/>
          <p:cNvSpPr/>
          <p:nvPr>
            <p:ph idx="2" type="sldImg"/>
          </p:nvPr>
        </p:nvSpPr>
        <p:spPr>
          <a:xfrm>
            <a:off x="1143225" y="685778"/>
            <a:ext cx="4572300" cy="34287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 name="Shape 76"/>
        <p:cNvGrpSpPr/>
        <p:nvPr/>
      </p:nvGrpSpPr>
      <p:grpSpPr>
        <a:xfrm>
          <a:off x="0" y="0"/>
          <a:ext cx="0" cy="0"/>
          <a:chOff x="0" y="0"/>
          <a:chExt cx="0" cy="0"/>
        </a:xfrm>
      </p:grpSpPr>
      <p:sp>
        <p:nvSpPr>
          <p:cNvPr id="77" name="Google Shape;77;g3b4597b273f_0_113:notes"/>
          <p:cNvSpPr txBox="1"/>
          <p:nvPr>
            <p:ph idx="1" type="body"/>
          </p:nvPr>
        </p:nvSpPr>
        <p:spPr>
          <a:xfrm>
            <a:off x="685800" y="4343378"/>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8" name="Google Shape;78;g3b4597b273f_0_113:notes"/>
          <p:cNvSpPr/>
          <p:nvPr>
            <p:ph idx="2" type="sldImg"/>
          </p:nvPr>
        </p:nvSpPr>
        <p:spPr>
          <a:xfrm>
            <a:off x="1143225" y="685778"/>
            <a:ext cx="4572300" cy="34287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g3b4597b273f_0_106:notes"/>
          <p:cNvSpPr txBox="1"/>
          <p:nvPr>
            <p:ph idx="1" type="body"/>
          </p:nvPr>
        </p:nvSpPr>
        <p:spPr>
          <a:xfrm>
            <a:off x="685800" y="4343378"/>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6" name="Google Shape;86;g3b4597b273f_0_106:notes"/>
          <p:cNvSpPr/>
          <p:nvPr>
            <p:ph idx="2" type="sldImg"/>
          </p:nvPr>
        </p:nvSpPr>
        <p:spPr>
          <a:xfrm>
            <a:off x="1143225" y="685778"/>
            <a:ext cx="4572300" cy="34287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g3b4597b273f_0_135:notes"/>
          <p:cNvSpPr txBox="1"/>
          <p:nvPr>
            <p:ph idx="1" type="body"/>
          </p:nvPr>
        </p:nvSpPr>
        <p:spPr>
          <a:xfrm>
            <a:off x="685800" y="4343378"/>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4" name="Google Shape;94;g3b4597b273f_0_135:notes"/>
          <p:cNvSpPr/>
          <p:nvPr>
            <p:ph idx="2" type="sldImg"/>
          </p:nvPr>
        </p:nvSpPr>
        <p:spPr>
          <a:xfrm>
            <a:off x="1143225" y="685778"/>
            <a:ext cx="4572300" cy="34287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g3a940f950de_0_0:notes"/>
          <p:cNvSpPr txBox="1"/>
          <p:nvPr>
            <p:ph idx="1" type="body"/>
          </p:nvPr>
        </p:nvSpPr>
        <p:spPr>
          <a:xfrm>
            <a:off x="685800" y="4343378"/>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2" name="Google Shape;102;g3a940f950de_0_0:notes"/>
          <p:cNvSpPr/>
          <p:nvPr>
            <p:ph idx="2" type="sldImg"/>
          </p:nvPr>
        </p:nvSpPr>
        <p:spPr>
          <a:xfrm>
            <a:off x="1143225" y="685778"/>
            <a:ext cx="4572300" cy="34287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 name="Shape 108"/>
        <p:cNvGrpSpPr/>
        <p:nvPr/>
      </p:nvGrpSpPr>
      <p:grpSpPr>
        <a:xfrm>
          <a:off x="0" y="0"/>
          <a:ext cx="0" cy="0"/>
          <a:chOff x="0" y="0"/>
          <a:chExt cx="0" cy="0"/>
        </a:xfrm>
      </p:grpSpPr>
      <p:sp>
        <p:nvSpPr>
          <p:cNvPr id="109" name="Google Shape;109;g3b4597b273f_0_6:notes"/>
          <p:cNvSpPr txBox="1"/>
          <p:nvPr>
            <p:ph idx="1" type="body"/>
          </p:nvPr>
        </p:nvSpPr>
        <p:spPr>
          <a:xfrm>
            <a:off x="685800" y="4343378"/>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0" name="Google Shape;110;g3b4597b273f_0_6:notes"/>
          <p:cNvSpPr/>
          <p:nvPr>
            <p:ph idx="2" type="sldImg"/>
          </p:nvPr>
        </p:nvSpPr>
        <p:spPr>
          <a:xfrm>
            <a:off x="1143225" y="685778"/>
            <a:ext cx="4572300" cy="34287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 name="Shape 115"/>
        <p:cNvGrpSpPr/>
        <p:nvPr/>
      </p:nvGrpSpPr>
      <p:grpSpPr>
        <a:xfrm>
          <a:off x="0" y="0"/>
          <a:ext cx="0" cy="0"/>
          <a:chOff x="0" y="0"/>
          <a:chExt cx="0" cy="0"/>
        </a:xfrm>
      </p:grpSpPr>
      <p:sp>
        <p:nvSpPr>
          <p:cNvPr id="116" name="Google Shape;116;g3b4597b273f_0_14:notes"/>
          <p:cNvSpPr txBox="1"/>
          <p:nvPr>
            <p:ph idx="1" type="body"/>
          </p:nvPr>
        </p:nvSpPr>
        <p:spPr>
          <a:xfrm>
            <a:off x="685800" y="4343378"/>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7" name="Google Shape;117;g3b4597b273f_0_14:notes"/>
          <p:cNvSpPr/>
          <p:nvPr>
            <p:ph idx="2" type="sldImg"/>
          </p:nvPr>
        </p:nvSpPr>
        <p:spPr>
          <a:xfrm>
            <a:off x="1143225" y="685778"/>
            <a:ext cx="4572300" cy="34287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 name="Shape 123"/>
        <p:cNvGrpSpPr/>
        <p:nvPr/>
      </p:nvGrpSpPr>
      <p:grpSpPr>
        <a:xfrm>
          <a:off x="0" y="0"/>
          <a:ext cx="0" cy="0"/>
          <a:chOff x="0" y="0"/>
          <a:chExt cx="0" cy="0"/>
        </a:xfrm>
      </p:grpSpPr>
      <p:sp>
        <p:nvSpPr>
          <p:cNvPr id="124" name="Google Shape;124;g3b4597b273f_0_24:notes"/>
          <p:cNvSpPr txBox="1"/>
          <p:nvPr>
            <p:ph idx="1" type="body"/>
          </p:nvPr>
        </p:nvSpPr>
        <p:spPr>
          <a:xfrm>
            <a:off x="685800" y="4343378"/>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5" name="Google Shape;125;g3b4597b273f_0_24:notes"/>
          <p:cNvSpPr/>
          <p:nvPr>
            <p:ph idx="2" type="sldImg"/>
          </p:nvPr>
        </p:nvSpPr>
        <p:spPr>
          <a:xfrm>
            <a:off x="1143225" y="685778"/>
            <a:ext cx="4572300" cy="34287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g3b4597b273f_0_41:notes"/>
          <p:cNvSpPr txBox="1"/>
          <p:nvPr>
            <p:ph idx="1" type="body"/>
          </p:nvPr>
        </p:nvSpPr>
        <p:spPr>
          <a:xfrm>
            <a:off x="685800" y="4343378"/>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2" name="Google Shape;132;g3b4597b273f_0_41:notes"/>
          <p:cNvSpPr/>
          <p:nvPr>
            <p:ph idx="2" type="sldImg"/>
          </p:nvPr>
        </p:nvSpPr>
        <p:spPr>
          <a:xfrm>
            <a:off x="1143225" y="685778"/>
            <a:ext cx="4572300" cy="34287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 name="Shape 137"/>
        <p:cNvGrpSpPr/>
        <p:nvPr/>
      </p:nvGrpSpPr>
      <p:grpSpPr>
        <a:xfrm>
          <a:off x="0" y="0"/>
          <a:ext cx="0" cy="0"/>
          <a:chOff x="0" y="0"/>
          <a:chExt cx="0" cy="0"/>
        </a:xfrm>
      </p:grpSpPr>
      <p:sp>
        <p:nvSpPr>
          <p:cNvPr id="138" name="Google Shape;138;g3b4597b273f_0_59:notes"/>
          <p:cNvSpPr txBox="1"/>
          <p:nvPr>
            <p:ph idx="1" type="body"/>
          </p:nvPr>
        </p:nvSpPr>
        <p:spPr>
          <a:xfrm>
            <a:off x="685800" y="4343378"/>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9" name="Google Shape;139;g3b4597b273f_0_59:notes"/>
          <p:cNvSpPr/>
          <p:nvPr>
            <p:ph idx="2" type="sldImg"/>
          </p:nvPr>
        </p:nvSpPr>
        <p:spPr>
          <a:xfrm>
            <a:off x="1143225" y="685778"/>
            <a:ext cx="4572300" cy="34287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 name="Shape 145"/>
        <p:cNvGrpSpPr/>
        <p:nvPr/>
      </p:nvGrpSpPr>
      <p:grpSpPr>
        <a:xfrm>
          <a:off x="0" y="0"/>
          <a:ext cx="0" cy="0"/>
          <a:chOff x="0" y="0"/>
          <a:chExt cx="0" cy="0"/>
        </a:xfrm>
      </p:grpSpPr>
      <p:sp>
        <p:nvSpPr>
          <p:cNvPr id="146" name="Google Shape;146;g3b4597b273f_0_32:notes"/>
          <p:cNvSpPr txBox="1"/>
          <p:nvPr>
            <p:ph idx="1" type="body"/>
          </p:nvPr>
        </p:nvSpPr>
        <p:spPr>
          <a:xfrm>
            <a:off x="685800" y="4343378"/>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7" name="Google Shape;147;g3b4597b273f_0_32:notes"/>
          <p:cNvSpPr/>
          <p:nvPr>
            <p:ph idx="2" type="sldImg"/>
          </p:nvPr>
        </p:nvSpPr>
        <p:spPr>
          <a:xfrm>
            <a:off x="1143225" y="685778"/>
            <a:ext cx="4572300" cy="34287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 name="Shape 153"/>
        <p:cNvGrpSpPr/>
        <p:nvPr/>
      </p:nvGrpSpPr>
      <p:grpSpPr>
        <a:xfrm>
          <a:off x="0" y="0"/>
          <a:ext cx="0" cy="0"/>
          <a:chOff x="0" y="0"/>
          <a:chExt cx="0" cy="0"/>
        </a:xfrm>
      </p:grpSpPr>
      <p:sp>
        <p:nvSpPr>
          <p:cNvPr id="154" name="Google Shape;154;g3b4597b273f_0_69:notes"/>
          <p:cNvSpPr txBox="1"/>
          <p:nvPr>
            <p:ph idx="1" type="body"/>
          </p:nvPr>
        </p:nvSpPr>
        <p:spPr>
          <a:xfrm>
            <a:off x="685800" y="4343378"/>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5" name="Google Shape;155;g3b4597b273f_0_69:notes"/>
          <p:cNvSpPr/>
          <p:nvPr>
            <p:ph idx="2" type="sldImg"/>
          </p:nvPr>
        </p:nvSpPr>
        <p:spPr>
          <a:xfrm>
            <a:off x="1143225" y="685778"/>
            <a:ext cx="4572300" cy="34287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 name="Shape 162"/>
        <p:cNvGrpSpPr/>
        <p:nvPr/>
      </p:nvGrpSpPr>
      <p:grpSpPr>
        <a:xfrm>
          <a:off x="0" y="0"/>
          <a:ext cx="0" cy="0"/>
          <a:chOff x="0" y="0"/>
          <a:chExt cx="0" cy="0"/>
        </a:xfrm>
      </p:grpSpPr>
      <p:sp>
        <p:nvSpPr>
          <p:cNvPr id="163" name="Google Shape;163;g3b4597b273f_0_88:notes"/>
          <p:cNvSpPr txBox="1"/>
          <p:nvPr>
            <p:ph idx="1" type="body"/>
          </p:nvPr>
        </p:nvSpPr>
        <p:spPr>
          <a:xfrm>
            <a:off x="685800" y="4343378"/>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4" name="Google Shape;164;g3b4597b273f_0_88:notes"/>
          <p:cNvSpPr/>
          <p:nvPr>
            <p:ph idx="2" type="sldImg"/>
          </p:nvPr>
        </p:nvSpPr>
        <p:spPr>
          <a:xfrm>
            <a:off x="1143225" y="685778"/>
            <a:ext cx="4572300" cy="34287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 name="Shape 170"/>
        <p:cNvGrpSpPr/>
        <p:nvPr/>
      </p:nvGrpSpPr>
      <p:grpSpPr>
        <a:xfrm>
          <a:off x="0" y="0"/>
          <a:ext cx="0" cy="0"/>
          <a:chOff x="0" y="0"/>
          <a:chExt cx="0" cy="0"/>
        </a:xfrm>
      </p:grpSpPr>
      <p:sp>
        <p:nvSpPr>
          <p:cNvPr id="171" name="Google Shape;171;g3b4597b273f_0_80:notes"/>
          <p:cNvSpPr txBox="1"/>
          <p:nvPr>
            <p:ph idx="1" type="body"/>
          </p:nvPr>
        </p:nvSpPr>
        <p:spPr>
          <a:xfrm>
            <a:off x="685800" y="4343378"/>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2" name="Google Shape;172;g3b4597b273f_0_80:notes"/>
          <p:cNvSpPr/>
          <p:nvPr>
            <p:ph idx="2" type="sldImg"/>
          </p:nvPr>
        </p:nvSpPr>
        <p:spPr>
          <a:xfrm>
            <a:off x="1143225" y="685778"/>
            <a:ext cx="4572300" cy="34287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 name="Shape 177"/>
        <p:cNvGrpSpPr/>
        <p:nvPr/>
      </p:nvGrpSpPr>
      <p:grpSpPr>
        <a:xfrm>
          <a:off x="0" y="0"/>
          <a:ext cx="0" cy="0"/>
          <a:chOff x="0" y="0"/>
          <a:chExt cx="0" cy="0"/>
        </a:xfrm>
      </p:grpSpPr>
      <p:sp>
        <p:nvSpPr>
          <p:cNvPr id="178" name="Google Shape;178;g3b46d34286b_0_23:notes"/>
          <p:cNvSpPr txBox="1"/>
          <p:nvPr>
            <p:ph idx="1" type="body"/>
          </p:nvPr>
        </p:nvSpPr>
        <p:spPr>
          <a:xfrm>
            <a:off x="685800" y="4343378"/>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9" name="Google Shape;179;g3b46d34286b_0_23:notes"/>
          <p:cNvSpPr/>
          <p:nvPr>
            <p:ph idx="2" type="sldImg"/>
          </p:nvPr>
        </p:nvSpPr>
        <p:spPr>
          <a:xfrm>
            <a:off x="1143225" y="685778"/>
            <a:ext cx="4572300" cy="34287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 name="Shape 185"/>
        <p:cNvGrpSpPr/>
        <p:nvPr/>
      </p:nvGrpSpPr>
      <p:grpSpPr>
        <a:xfrm>
          <a:off x="0" y="0"/>
          <a:ext cx="0" cy="0"/>
          <a:chOff x="0" y="0"/>
          <a:chExt cx="0" cy="0"/>
        </a:xfrm>
      </p:grpSpPr>
      <p:sp>
        <p:nvSpPr>
          <p:cNvPr id="186" name="Google Shape;186;g3b46d34286b_0_0:notes"/>
          <p:cNvSpPr txBox="1"/>
          <p:nvPr>
            <p:ph idx="1" type="body"/>
          </p:nvPr>
        </p:nvSpPr>
        <p:spPr>
          <a:xfrm>
            <a:off x="685800" y="4343378"/>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7" name="Google Shape;187;g3b46d34286b_0_0:notes"/>
          <p:cNvSpPr/>
          <p:nvPr>
            <p:ph idx="2" type="sldImg"/>
          </p:nvPr>
        </p:nvSpPr>
        <p:spPr>
          <a:xfrm>
            <a:off x="1143225" y="685778"/>
            <a:ext cx="4572300" cy="34287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 name="Shape 194"/>
        <p:cNvGrpSpPr/>
        <p:nvPr/>
      </p:nvGrpSpPr>
      <p:grpSpPr>
        <a:xfrm>
          <a:off x="0" y="0"/>
          <a:ext cx="0" cy="0"/>
          <a:chOff x="0" y="0"/>
          <a:chExt cx="0" cy="0"/>
        </a:xfrm>
      </p:grpSpPr>
      <p:sp>
        <p:nvSpPr>
          <p:cNvPr id="195" name="Google Shape;195;g3b46d34286b_0_14:notes"/>
          <p:cNvSpPr txBox="1"/>
          <p:nvPr>
            <p:ph idx="1" type="body"/>
          </p:nvPr>
        </p:nvSpPr>
        <p:spPr>
          <a:xfrm>
            <a:off x="685800" y="4343378"/>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6" name="Google Shape;196;g3b46d34286b_0_14:notes"/>
          <p:cNvSpPr/>
          <p:nvPr>
            <p:ph idx="2" type="sldImg"/>
          </p:nvPr>
        </p:nvSpPr>
        <p:spPr>
          <a:xfrm>
            <a:off x="1143225" y="685778"/>
            <a:ext cx="4572300" cy="34287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3" name="Shape 203"/>
        <p:cNvGrpSpPr/>
        <p:nvPr/>
      </p:nvGrpSpPr>
      <p:grpSpPr>
        <a:xfrm>
          <a:off x="0" y="0"/>
          <a:ext cx="0" cy="0"/>
          <a:chOff x="0" y="0"/>
          <a:chExt cx="0" cy="0"/>
        </a:xfrm>
      </p:grpSpPr>
      <p:sp>
        <p:nvSpPr>
          <p:cNvPr id="204" name="Google Shape;204;g3b46d34286b_0_34:notes"/>
          <p:cNvSpPr txBox="1"/>
          <p:nvPr>
            <p:ph idx="1" type="body"/>
          </p:nvPr>
        </p:nvSpPr>
        <p:spPr>
          <a:xfrm>
            <a:off x="685800" y="4343378"/>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5" name="Google Shape;205;g3b46d34286b_0_34:notes"/>
          <p:cNvSpPr/>
          <p:nvPr>
            <p:ph idx="2" type="sldImg"/>
          </p:nvPr>
        </p:nvSpPr>
        <p:spPr>
          <a:xfrm>
            <a:off x="1143225" y="685778"/>
            <a:ext cx="4572300" cy="34287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 name="Shape 214"/>
        <p:cNvGrpSpPr/>
        <p:nvPr/>
      </p:nvGrpSpPr>
      <p:grpSpPr>
        <a:xfrm>
          <a:off x="0" y="0"/>
          <a:ext cx="0" cy="0"/>
          <a:chOff x="0" y="0"/>
          <a:chExt cx="0" cy="0"/>
        </a:xfrm>
      </p:grpSpPr>
      <p:sp>
        <p:nvSpPr>
          <p:cNvPr id="215" name="Google Shape;215;g3b46d34286b_0_45:notes"/>
          <p:cNvSpPr txBox="1"/>
          <p:nvPr>
            <p:ph idx="1" type="body"/>
          </p:nvPr>
        </p:nvSpPr>
        <p:spPr>
          <a:xfrm>
            <a:off x="685800" y="4343378"/>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16" name="Google Shape;216;g3b46d34286b_0_45:notes"/>
          <p:cNvSpPr/>
          <p:nvPr>
            <p:ph idx="2" type="sldImg"/>
          </p:nvPr>
        </p:nvSpPr>
        <p:spPr>
          <a:xfrm>
            <a:off x="1143225" y="685778"/>
            <a:ext cx="4572300" cy="34287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4" name="Shape 224"/>
        <p:cNvGrpSpPr/>
        <p:nvPr/>
      </p:nvGrpSpPr>
      <p:grpSpPr>
        <a:xfrm>
          <a:off x="0" y="0"/>
          <a:ext cx="0" cy="0"/>
          <a:chOff x="0" y="0"/>
          <a:chExt cx="0" cy="0"/>
        </a:xfrm>
      </p:grpSpPr>
      <p:sp>
        <p:nvSpPr>
          <p:cNvPr id="225" name="Google Shape;225;g3b46d34286b_0_56:notes"/>
          <p:cNvSpPr txBox="1"/>
          <p:nvPr>
            <p:ph idx="1" type="body"/>
          </p:nvPr>
        </p:nvSpPr>
        <p:spPr>
          <a:xfrm>
            <a:off x="685800" y="4343378"/>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26" name="Google Shape;226;g3b46d34286b_0_56:notes"/>
          <p:cNvSpPr/>
          <p:nvPr>
            <p:ph idx="2" type="sldImg"/>
          </p:nvPr>
        </p:nvSpPr>
        <p:spPr>
          <a:xfrm>
            <a:off x="1143225" y="685778"/>
            <a:ext cx="4572300" cy="34287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3" name="Shape 233"/>
        <p:cNvGrpSpPr/>
        <p:nvPr/>
      </p:nvGrpSpPr>
      <p:grpSpPr>
        <a:xfrm>
          <a:off x="0" y="0"/>
          <a:ext cx="0" cy="0"/>
          <a:chOff x="0" y="0"/>
          <a:chExt cx="0" cy="0"/>
        </a:xfrm>
      </p:grpSpPr>
      <p:sp>
        <p:nvSpPr>
          <p:cNvPr id="234" name="Google Shape;234;g3be2d47da7c_1_6:notes"/>
          <p:cNvSpPr txBox="1"/>
          <p:nvPr>
            <p:ph idx="1" type="body"/>
          </p:nvPr>
        </p:nvSpPr>
        <p:spPr>
          <a:xfrm>
            <a:off x="685800" y="4343378"/>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35" name="Google Shape;235;g3be2d47da7c_1_6:notes"/>
          <p:cNvSpPr/>
          <p:nvPr>
            <p:ph idx="2" type="sldImg"/>
          </p:nvPr>
        </p:nvSpPr>
        <p:spPr>
          <a:xfrm>
            <a:off x="1143225" y="685778"/>
            <a:ext cx="4572300" cy="34287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2" name="Shape 242"/>
        <p:cNvGrpSpPr/>
        <p:nvPr/>
      </p:nvGrpSpPr>
      <p:grpSpPr>
        <a:xfrm>
          <a:off x="0" y="0"/>
          <a:ext cx="0" cy="0"/>
          <a:chOff x="0" y="0"/>
          <a:chExt cx="0" cy="0"/>
        </a:xfrm>
      </p:grpSpPr>
      <p:sp>
        <p:nvSpPr>
          <p:cNvPr id="243" name="Google Shape;243;g3b46d34286b_0_66:notes"/>
          <p:cNvSpPr txBox="1"/>
          <p:nvPr>
            <p:ph idx="1" type="body"/>
          </p:nvPr>
        </p:nvSpPr>
        <p:spPr>
          <a:xfrm>
            <a:off x="685800" y="4343378"/>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44" name="Google Shape;244;g3b46d34286b_0_66:notes"/>
          <p:cNvSpPr/>
          <p:nvPr>
            <p:ph idx="2" type="sldImg"/>
          </p:nvPr>
        </p:nvSpPr>
        <p:spPr>
          <a:xfrm>
            <a:off x="1143225" y="685778"/>
            <a:ext cx="4572300" cy="34287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1" name="Shape 251"/>
        <p:cNvGrpSpPr/>
        <p:nvPr/>
      </p:nvGrpSpPr>
      <p:grpSpPr>
        <a:xfrm>
          <a:off x="0" y="0"/>
          <a:ext cx="0" cy="0"/>
          <a:chOff x="0" y="0"/>
          <a:chExt cx="0" cy="0"/>
        </a:xfrm>
      </p:grpSpPr>
      <p:sp>
        <p:nvSpPr>
          <p:cNvPr id="252" name="Google Shape;252;g3b46d34286b_0_79:notes"/>
          <p:cNvSpPr txBox="1"/>
          <p:nvPr>
            <p:ph idx="1" type="body"/>
          </p:nvPr>
        </p:nvSpPr>
        <p:spPr>
          <a:xfrm>
            <a:off x="685800" y="4343378"/>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53" name="Google Shape;253;g3b46d34286b_0_79:notes"/>
          <p:cNvSpPr/>
          <p:nvPr>
            <p:ph idx="2" type="sldImg"/>
          </p:nvPr>
        </p:nvSpPr>
        <p:spPr>
          <a:xfrm>
            <a:off x="1143225" y="685778"/>
            <a:ext cx="4572300" cy="34287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0" name="Shape 260"/>
        <p:cNvGrpSpPr/>
        <p:nvPr/>
      </p:nvGrpSpPr>
      <p:grpSpPr>
        <a:xfrm>
          <a:off x="0" y="0"/>
          <a:ext cx="0" cy="0"/>
          <a:chOff x="0" y="0"/>
          <a:chExt cx="0" cy="0"/>
        </a:xfrm>
      </p:grpSpPr>
      <p:sp>
        <p:nvSpPr>
          <p:cNvPr id="261" name="Google Shape;261;g3b46d34286b_0_89:notes"/>
          <p:cNvSpPr txBox="1"/>
          <p:nvPr>
            <p:ph idx="1" type="body"/>
          </p:nvPr>
        </p:nvSpPr>
        <p:spPr>
          <a:xfrm>
            <a:off x="685800" y="4343378"/>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62" name="Google Shape;262;g3b46d34286b_0_89:notes"/>
          <p:cNvSpPr/>
          <p:nvPr>
            <p:ph idx="2" type="sldImg"/>
          </p:nvPr>
        </p:nvSpPr>
        <p:spPr>
          <a:xfrm>
            <a:off x="1143225" y="685778"/>
            <a:ext cx="4572300" cy="34287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9" name="Shape 269"/>
        <p:cNvGrpSpPr/>
        <p:nvPr/>
      </p:nvGrpSpPr>
      <p:grpSpPr>
        <a:xfrm>
          <a:off x="0" y="0"/>
          <a:ext cx="0" cy="0"/>
          <a:chOff x="0" y="0"/>
          <a:chExt cx="0" cy="0"/>
        </a:xfrm>
      </p:grpSpPr>
      <p:sp>
        <p:nvSpPr>
          <p:cNvPr id="270" name="Google Shape;270;g3b46d34286b_0_100:notes"/>
          <p:cNvSpPr txBox="1"/>
          <p:nvPr>
            <p:ph idx="1" type="body"/>
          </p:nvPr>
        </p:nvSpPr>
        <p:spPr>
          <a:xfrm>
            <a:off x="685800" y="4343378"/>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71" name="Google Shape;271;g3b46d34286b_0_100:notes"/>
          <p:cNvSpPr/>
          <p:nvPr>
            <p:ph idx="2" type="sldImg"/>
          </p:nvPr>
        </p:nvSpPr>
        <p:spPr>
          <a:xfrm>
            <a:off x="1143225" y="685778"/>
            <a:ext cx="4572300" cy="34287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0" name="Shape 280"/>
        <p:cNvGrpSpPr/>
        <p:nvPr/>
      </p:nvGrpSpPr>
      <p:grpSpPr>
        <a:xfrm>
          <a:off x="0" y="0"/>
          <a:ext cx="0" cy="0"/>
          <a:chOff x="0" y="0"/>
          <a:chExt cx="0" cy="0"/>
        </a:xfrm>
      </p:grpSpPr>
      <p:sp>
        <p:nvSpPr>
          <p:cNvPr id="281" name="Google Shape;281;g3b46d34286b_0_110:notes"/>
          <p:cNvSpPr txBox="1"/>
          <p:nvPr>
            <p:ph idx="1" type="body"/>
          </p:nvPr>
        </p:nvSpPr>
        <p:spPr>
          <a:xfrm>
            <a:off x="685800" y="4343378"/>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82" name="Google Shape;282;g3b46d34286b_0_110:notes"/>
          <p:cNvSpPr/>
          <p:nvPr>
            <p:ph idx="2" type="sldImg"/>
          </p:nvPr>
        </p:nvSpPr>
        <p:spPr>
          <a:xfrm>
            <a:off x="1143225" y="685778"/>
            <a:ext cx="4572300" cy="34287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9" name="Shape 289"/>
        <p:cNvGrpSpPr/>
        <p:nvPr/>
      </p:nvGrpSpPr>
      <p:grpSpPr>
        <a:xfrm>
          <a:off x="0" y="0"/>
          <a:ext cx="0" cy="0"/>
          <a:chOff x="0" y="0"/>
          <a:chExt cx="0" cy="0"/>
        </a:xfrm>
      </p:grpSpPr>
      <p:sp>
        <p:nvSpPr>
          <p:cNvPr id="290" name="Google Shape;290;g3b46d34286b_0_122:notes"/>
          <p:cNvSpPr txBox="1"/>
          <p:nvPr>
            <p:ph idx="1" type="body"/>
          </p:nvPr>
        </p:nvSpPr>
        <p:spPr>
          <a:xfrm>
            <a:off x="685800" y="4343378"/>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91" name="Google Shape;291;g3b46d34286b_0_122:notes"/>
          <p:cNvSpPr/>
          <p:nvPr>
            <p:ph idx="2" type="sldImg"/>
          </p:nvPr>
        </p:nvSpPr>
        <p:spPr>
          <a:xfrm>
            <a:off x="1143225" y="685778"/>
            <a:ext cx="4572300" cy="34287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50" name="Shape 50"/>
        <p:cNvGrpSpPr/>
        <p:nvPr/>
      </p:nvGrpSpPr>
      <p:grpSpPr>
        <a:xfrm>
          <a:off x="0" y="0"/>
          <a:ext cx="0" cy="0"/>
          <a:chOff x="0" y="0"/>
          <a:chExt cx="0" cy="0"/>
        </a:xfrm>
      </p:grpSpPr>
      <p:sp>
        <p:nvSpPr>
          <p:cNvPr id="51" name="Google Shape;51;p13"/>
          <p:cNvSpPr txBox="1"/>
          <p:nvPr>
            <p:ph type="title"/>
          </p:nvPr>
        </p:nvSpPr>
        <p:spPr>
          <a:xfrm>
            <a:off x="4972400" y="125631"/>
            <a:ext cx="4014600" cy="57390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2800"/>
              <a:buNone/>
              <a:defRPr b="0" i="0" sz="1800">
                <a:solidFill>
                  <a:srgbClr val="595959"/>
                </a:solidFill>
                <a:latin typeface="Arial"/>
                <a:ea typeface="Arial"/>
                <a:cs typeface="Arial"/>
                <a:sym typeface="Arial"/>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52" name="Google Shape;52;p13"/>
          <p:cNvSpPr txBox="1"/>
          <p:nvPr>
            <p:ph idx="1" type="body"/>
          </p:nvPr>
        </p:nvSpPr>
        <p:spPr>
          <a:xfrm>
            <a:off x="384725" y="1216355"/>
            <a:ext cx="8114700" cy="2649900"/>
          </a:xfrm>
          <a:prstGeom prst="rect">
            <a:avLst/>
          </a:prstGeom>
          <a:noFill/>
          <a:ln>
            <a:noFill/>
          </a:ln>
        </p:spPr>
        <p:txBody>
          <a:bodyPr anchorCtr="0" anchor="t" bIns="0" lIns="0" spcFirstLastPara="1" rIns="0" wrap="square" tIns="0">
            <a:spAutoFit/>
          </a:bodyPr>
          <a:lstStyle>
            <a:lvl1pPr indent="-228600" lvl="0" marL="457200" algn="l">
              <a:spcBef>
                <a:spcPts val="0"/>
              </a:spcBef>
              <a:spcAft>
                <a:spcPts val="0"/>
              </a:spcAft>
              <a:buSzPts val="1800"/>
              <a:buNone/>
              <a:defRPr b="0" i="0" sz="1800">
                <a:solidFill>
                  <a:srgbClr val="595959"/>
                </a:solidFill>
                <a:latin typeface="Arial"/>
                <a:ea typeface="Arial"/>
                <a:cs typeface="Arial"/>
                <a:sym typeface="Arial"/>
              </a:defRPr>
            </a:lvl1pPr>
            <a:lvl2pPr indent="-228600" lvl="1" marL="914400" algn="l">
              <a:spcBef>
                <a:spcPts val="1200"/>
              </a:spcBef>
              <a:spcAft>
                <a:spcPts val="0"/>
              </a:spcAft>
              <a:buSzPts val="1400"/>
              <a:buNone/>
              <a:defRPr/>
            </a:lvl2pPr>
            <a:lvl3pPr indent="-228600" lvl="2" marL="1371600" algn="l">
              <a:spcBef>
                <a:spcPts val="1200"/>
              </a:spcBef>
              <a:spcAft>
                <a:spcPts val="0"/>
              </a:spcAft>
              <a:buSzPts val="1400"/>
              <a:buNone/>
              <a:defRPr/>
            </a:lvl3pPr>
            <a:lvl4pPr indent="-228600" lvl="3" marL="1828800" algn="l">
              <a:spcBef>
                <a:spcPts val="1200"/>
              </a:spcBef>
              <a:spcAft>
                <a:spcPts val="0"/>
              </a:spcAft>
              <a:buSzPts val="1400"/>
              <a:buNone/>
              <a:defRPr/>
            </a:lvl4pPr>
            <a:lvl5pPr indent="-228600" lvl="4" marL="2286000" algn="l">
              <a:spcBef>
                <a:spcPts val="1200"/>
              </a:spcBef>
              <a:spcAft>
                <a:spcPts val="0"/>
              </a:spcAft>
              <a:buSzPts val="1400"/>
              <a:buNone/>
              <a:defRPr/>
            </a:lvl5pPr>
            <a:lvl6pPr indent="-228600" lvl="5" marL="2743200" algn="l">
              <a:spcBef>
                <a:spcPts val="1200"/>
              </a:spcBef>
              <a:spcAft>
                <a:spcPts val="0"/>
              </a:spcAft>
              <a:buSzPts val="1400"/>
              <a:buNone/>
              <a:defRPr/>
            </a:lvl6pPr>
            <a:lvl7pPr indent="-228600" lvl="6" marL="3200400" algn="l">
              <a:spcBef>
                <a:spcPts val="1200"/>
              </a:spcBef>
              <a:spcAft>
                <a:spcPts val="0"/>
              </a:spcAft>
              <a:buSzPts val="1400"/>
              <a:buNone/>
              <a:defRPr/>
            </a:lvl7pPr>
            <a:lvl8pPr indent="-228600" lvl="7" marL="3657600" algn="l">
              <a:spcBef>
                <a:spcPts val="1200"/>
              </a:spcBef>
              <a:spcAft>
                <a:spcPts val="0"/>
              </a:spcAft>
              <a:buSzPts val="1400"/>
              <a:buNone/>
              <a:defRPr/>
            </a:lvl8pPr>
            <a:lvl9pPr indent="-228600" lvl="8" marL="4114800" algn="l">
              <a:spcBef>
                <a:spcPts val="1200"/>
              </a:spcBef>
              <a:spcAft>
                <a:spcPts val="1200"/>
              </a:spcAft>
              <a:buSzPts val="1400"/>
              <a:buNone/>
              <a:defRPr/>
            </a:lvl9pPr>
          </a:lstStyle>
          <a:p/>
        </p:txBody>
      </p:sp>
      <p:sp>
        <p:nvSpPr>
          <p:cNvPr id="53" name="Google Shape;53;p13"/>
          <p:cNvSpPr txBox="1"/>
          <p:nvPr>
            <p:ph idx="11" type="ftr"/>
          </p:nvPr>
        </p:nvSpPr>
        <p:spPr>
          <a:xfrm>
            <a:off x="3108960" y="4783455"/>
            <a:ext cx="2926200" cy="257100"/>
          </a:xfrm>
          <a:prstGeom prst="rect">
            <a:avLst/>
          </a:prstGeom>
          <a:noFill/>
          <a:ln>
            <a:noFill/>
          </a:ln>
        </p:spPr>
        <p:txBody>
          <a:bodyPr anchorCtr="0" anchor="t" bIns="0" lIns="0" spcFirstLastPara="1" rIns="0" wrap="square" tIns="0">
            <a:spAutoFit/>
          </a:bodyPr>
          <a:lstStyle>
            <a:lvl1pPr lvl="0" algn="ctr">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4" name="Google Shape;54;p13"/>
          <p:cNvSpPr txBox="1"/>
          <p:nvPr>
            <p:ph idx="10" type="dt"/>
          </p:nvPr>
        </p:nvSpPr>
        <p:spPr>
          <a:xfrm>
            <a:off x="457200" y="4783455"/>
            <a:ext cx="2103000" cy="25710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5" name="Google Shape;55;p13"/>
          <p:cNvSpPr txBox="1"/>
          <p:nvPr>
            <p:ph idx="12" type="sldNum"/>
          </p:nvPr>
        </p:nvSpPr>
        <p:spPr>
          <a:xfrm>
            <a:off x="6583680" y="4783455"/>
            <a:ext cx="2103000" cy="153900"/>
          </a:xfrm>
          <a:prstGeom prst="rect">
            <a:avLst/>
          </a:prstGeom>
          <a:noFill/>
          <a:ln>
            <a:noFill/>
          </a:ln>
        </p:spPr>
        <p:txBody>
          <a:bodyPr anchorCtr="0" anchor="t" bIns="0" lIns="0" spcFirstLastPara="1" rIns="0" wrap="square" tIns="0">
            <a:spAutoFit/>
          </a:bodyPr>
          <a:lstStyle>
            <a:lvl1pPr indent="0" lvl="0" algn="r">
              <a:spcBef>
                <a:spcPts val="0"/>
              </a:spcBef>
              <a:buNone/>
              <a:defRPr>
                <a:solidFill>
                  <a:srgbClr val="888888"/>
                </a:solidFill>
              </a:defRPr>
            </a:lvl1pPr>
            <a:lvl2pPr indent="0" lvl="1" algn="r">
              <a:spcBef>
                <a:spcPts val="0"/>
              </a:spcBef>
              <a:buNone/>
              <a:defRPr>
                <a:solidFill>
                  <a:srgbClr val="888888"/>
                </a:solidFill>
              </a:defRPr>
            </a:lvl2pPr>
            <a:lvl3pPr indent="0" lvl="2" algn="r">
              <a:spcBef>
                <a:spcPts val="0"/>
              </a:spcBef>
              <a:buNone/>
              <a:defRPr>
                <a:solidFill>
                  <a:srgbClr val="888888"/>
                </a:solidFill>
              </a:defRPr>
            </a:lvl3pPr>
            <a:lvl4pPr indent="0" lvl="3" algn="r">
              <a:spcBef>
                <a:spcPts val="0"/>
              </a:spcBef>
              <a:buNone/>
              <a:defRPr>
                <a:solidFill>
                  <a:srgbClr val="888888"/>
                </a:solidFill>
              </a:defRPr>
            </a:lvl4pPr>
            <a:lvl5pPr indent="0" lvl="4" algn="r">
              <a:spcBef>
                <a:spcPts val="0"/>
              </a:spcBef>
              <a:buNone/>
              <a:defRPr>
                <a:solidFill>
                  <a:srgbClr val="888888"/>
                </a:solidFill>
              </a:defRPr>
            </a:lvl5pPr>
            <a:lvl6pPr indent="0" lvl="5" algn="r">
              <a:spcBef>
                <a:spcPts val="0"/>
              </a:spcBef>
              <a:buNone/>
              <a:defRPr>
                <a:solidFill>
                  <a:srgbClr val="888888"/>
                </a:solidFill>
              </a:defRPr>
            </a:lvl6pPr>
            <a:lvl7pPr indent="0" lvl="6" algn="r">
              <a:spcBef>
                <a:spcPts val="0"/>
              </a:spcBef>
              <a:buNone/>
              <a:defRPr>
                <a:solidFill>
                  <a:srgbClr val="888888"/>
                </a:solidFill>
              </a:defRPr>
            </a:lvl7pPr>
            <a:lvl8pPr indent="0" lvl="7" algn="r">
              <a:spcBef>
                <a:spcPts val="0"/>
              </a:spcBef>
              <a:buNone/>
              <a:defRPr>
                <a:solidFill>
                  <a:srgbClr val="888888"/>
                </a:solidFill>
              </a:defRPr>
            </a:lvl8pPr>
            <a:lvl9pPr indent="0" lvl="8" algn="r">
              <a:spcBef>
                <a:spcPts val="0"/>
              </a:spcBef>
              <a:buNone/>
              <a:defRPr>
                <a:solidFill>
                  <a:srgbClr val="888888"/>
                </a:solidFill>
              </a:defRPr>
            </a:lvl9pPr>
          </a:lstStyle>
          <a:p>
            <a:pPr indent="0" lvl="0" marL="0" rtl="0" algn="r">
              <a:spcBef>
                <a:spcPts val="0"/>
              </a:spcBef>
              <a:spcAft>
                <a:spcPts val="0"/>
              </a:spcAft>
              <a:buNone/>
            </a:pPr>
            <a:fld id="{00000000-1234-1234-1234-123412341234}" type="slidenum">
              <a:rPr lang="es"/>
              <a:t>‹#›</a:t>
            </a:fld>
            <a:endParaRPr>
              <a:solidFill>
                <a:schemeClr val="dk2"/>
              </a:solidFill>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Blank">
    <p:spTree>
      <p:nvGrpSpPr>
        <p:cNvPr id="56" name="Shape 56"/>
        <p:cNvGrpSpPr/>
        <p:nvPr/>
      </p:nvGrpSpPr>
      <p:grpSpPr>
        <a:xfrm>
          <a:off x="0" y="0"/>
          <a:ext cx="0" cy="0"/>
          <a:chOff x="0" y="0"/>
          <a:chExt cx="0" cy="0"/>
        </a:xfrm>
      </p:grpSpPr>
      <p:sp>
        <p:nvSpPr>
          <p:cNvPr id="57" name="Google Shape;57;p14"/>
          <p:cNvSpPr txBox="1"/>
          <p:nvPr>
            <p:ph idx="11" type="ftr"/>
          </p:nvPr>
        </p:nvSpPr>
        <p:spPr>
          <a:xfrm>
            <a:off x="3108960" y="4783455"/>
            <a:ext cx="2926200" cy="257100"/>
          </a:xfrm>
          <a:prstGeom prst="rect">
            <a:avLst/>
          </a:prstGeom>
          <a:noFill/>
          <a:ln>
            <a:noFill/>
          </a:ln>
        </p:spPr>
        <p:txBody>
          <a:bodyPr anchorCtr="0" anchor="t" bIns="0" lIns="0" spcFirstLastPara="1" rIns="0" wrap="square" tIns="0">
            <a:spAutoFit/>
          </a:bodyPr>
          <a:lstStyle>
            <a:lvl1pPr lvl="0" algn="ctr">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8" name="Google Shape;58;p14"/>
          <p:cNvSpPr txBox="1"/>
          <p:nvPr>
            <p:ph idx="10" type="dt"/>
          </p:nvPr>
        </p:nvSpPr>
        <p:spPr>
          <a:xfrm>
            <a:off x="457200" y="4783455"/>
            <a:ext cx="2103000" cy="25710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9" name="Google Shape;59;p14"/>
          <p:cNvSpPr txBox="1"/>
          <p:nvPr>
            <p:ph idx="12" type="sldNum"/>
          </p:nvPr>
        </p:nvSpPr>
        <p:spPr>
          <a:xfrm>
            <a:off x="6583680" y="4783455"/>
            <a:ext cx="2103000" cy="153900"/>
          </a:xfrm>
          <a:prstGeom prst="rect">
            <a:avLst/>
          </a:prstGeom>
          <a:noFill/>
          <a:ln>
            <a:noFill/>
          </a:ln>
        </p:spPr>
        <p:txBody>
          <a:bodyPr anchorCtr="0" anchor="t" bIns="0" lIns="0" spcFirstLastPara="1" rIns="0" wrap="square" tIns="0">
            <a:spAutoFit/>
          </a:bodyPr>
          <a:lstStyle>
            <a:lvl1pPr indent="0" lvl="0" algn="r">
              <a:spcBef>
                <a:spcPts val="0"/>
              </a:spcBef>
              <a:buNone/>
              <a:defRPr>
                <a:solidFill>
                  <a:srgbClr val="888888"/>
                </a:solidFill>
              </a:defRPr>
            </a:lvl1pPr>
            <a:lvl2pPr indent="0" lvl="1" algn="r">
              <a:spcBef>
                <a:spcPts val="0"/>
              </a:spcBef>
              <a:buNone/>
              <a:defRPr>
                <a:solidFill>
                  <a:srgbClr val="888888"/>
                </a:solidFill>
              </a:defRPr>
            </a:lvl2pPr>
            <a:lvl3pPr indent="0" lvl="2" algn="r">
              <a:spcBef>
                <a:spcPts val="0"/>
              </a:spcBef>
              <a:buNone/>
              <a:defRPr>
                <a:solidFill>
                  <a:srgbClr val="888888"/>
                </a:solidFill>
              </a:defRPr>
            </a:lvl3pPr>
            <a:lvl4pPr indent="0" lvl="3" algn="r">
              <a:spcBef>
                <a:spcPts val="0"/>
              </a:spcBef>
              <a:buNone/>
              <a:defRPr>
                <a:solidFill>
                  <a:srgbClr val="888888"/>
                </a:solidFill>
              </a:defRPr>
            </a:lvl4pPr>
            <a:lvl5pPr indent="0" lvl="4" algn="r">
              <a:spcBef>
                <a:spcPts val="0"/>
              </a:spcBef>
              <a:buNone/>
              <a:defRPr>
                <a:solidFill>
                  <a:srgbClr val="888888"/>
                </a:solidFill>
              </a:defRPr>
            </a:lvl5pPr>
            <a:lvl6pPr indent="0" lvl="5" algn="r">
              <a:spcBef>
                <a:spcPts val="0"/>
              </a:spcBef>
              <a:buNone/>
              <a:defRPr>
                <a:solidFill>
                  <a:srgbClr val="888888"/>
                </a:solidFill>
              </a:defRPr>
            </a:lvl6pPr>
            <a:lvl7pPr indent="0" lvl="6" algn="r">
              <a:spcBef>
                <a:spcPts val="0"/>
              </a:spcBef>
              <a:buNone/>
              <a:defRPr>
                <a:solidFill>
                  <a:srgbClr val="888888"/>
                </a:solidFill>
              </a:defRPr>
            </a:lvl7pPr>
            <a:lvl8pPr indent="0" lvl="7" algn="r">
              <a:spcBef>
                <a:spcPts val="0"/>
              </a:spcBef>
              <a:buNone/>
              <a:defRPr>
                <a:solidFill>
                  <a:srgbClr val="888888"/>
                </a:solidFill>
              </a:defRPr>
            </a:lvl8pPr>
            <a:lvl9pPr indent="0" lvl="8" algn="r">
              <a:spcBef>
                <a:spcPts val="0"/>
              </a:spcBef>
              <a:buNone/>
              <a:defRPr>
                <a:solidFill>
                  <a:srgbClr val="888888"/>
                </a:solidFill>
              </a:defRPr>
            </a:lvl9pPr>
          </a:lstStyle>
          <a:p>
            <a:pPr indent="0" lvl="0" marL="0" rtl="0" algn="r">
              <a:spcBef>
                <a:spcPts val="0"/>
              </a:spcBef>
              <a:spcAft>
                <a:spcPts val="0"/>
              </a:spcAft>
              <a:buNone/>
            </a:pPr>
            <a:fld id="{00000000-1234-1234-1234-123412341234}" type="slidenum">
              <a:rPr lang="es"/>
              <a:t>‹#›</a:t>
            </a:fld>
            <a:endParaRPr>
              <a:solidFill>
                <a:schemeClr val="dk2"/>
              </a:solidFill>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32.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 Id="rId3" Type="http://schemas.openxmlformats.org/officeDocument/2006/relationships/image" Target="../media/image27.png"/><Relationship Id="rId4" Type="http://schemas.openxmlformats.org/officeDocument/2006/relationships/hyperlink" Target="https://www.xataka.com/otros-dispositivos/maquinas-fax-siguen-siendo-muy-utilizadas-empresas-enorme-problema-seguridad"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xml"/><Relationship Id="rId3" Type="http://schemas.openxmlformats.org/officeDocument/2006/relationships/image" Target="../media/image6.png"/><Relationship Id="rId4" Type="http://schemas.openxmlformats.org/officeDocument/2006/relationships/image" Target="../media/image17.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xml"/><Relationship Id="rId3" Type="http://schemas.openxmlformats.org/officeDocument/2006/relationships/image" Target="../media/image8.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xml"/><Relationship Id="rId3" Type="http://schemas.openxmlformats.org/officeDocument/2006/relationships/hyperlink" Target="https://www.youtube.com/shorts/llgS0-ZH9t8" TargetMode="External"/><Relationship Id="rId4" Type="http://schemas.openxmlformats.org/officeDocument/2006/relationships/hyperlink" Target="https://www.youtube.com/watch?v=x2ZR_wk5IDI"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xml"/><Relationship Id="rId3" Type="http://schemas.openxmlformats.org/officeDocument/2006/relationships/image" Target="../media/image9.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8.xml"/><Relationship Id="rId3"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9.xml"/><Relationship Id="rId3" Type="http://schemas.openxmlformats.org/officeDocument/2006/relationships/image" Target="../media/image1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1.xml"/><Relationship Id="rId3" Type="http://schemas.openxmlformats.org/officeDocument/2006/relationships/image" Target="../media/image7.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2.xml"/><Relationship Id="rId3" Type="http://schemas.openxmlformats.org/officeDocument/2006/relationships/image" Target="../media/image1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3.xml"/><Relationship Id="rId3" Type="http://schemas.openxmlformats.org/officeDocument/2006/relationships/image" Target="../media/image15.png"/><Relationship Id="rId4" Type="http://schemas.openxmlformats.org/officeDocument/2006/relationships/image" Target="../media/image14.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4.xml"/><Relationship Id="rId3" Type="http://schemas.openxmlformats.org/officeDocument/2006/relationships/image" Target="../media/image13.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6.xml"/><Relationship Id="rId3" Type="http://schemas.openxmlformats.org/officeDocument/2006/relationships/image" Target="../media/image2.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7.xml"/><Relationship Id="rId3" Type="http://schemas.openxmlformats.org/officeDocument/2006/relationships/image" Target="../media/image5.png"/><Relationship Id="rId4" Type="http://schemas.openxmlformats.org/officeDocument/2006/relationships/hyperlink" Target="https://nebul4ck.wordpress.com/comandos-para-la-administracion-de-impresoras/" TargetMode="Externa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8.xml"/><Relationship Id="rId3" Type="http://schemas.openxmlformats.org/officeDocument/2006/relationships/image" Target="../media/image5.png"/><Relationship Id="rId4" Type="http://schemas.openxmlformats.org/officeDocument/2006/relationships/hyperlink" Target="https://nebul4ck.wordpress.com/comandos-para-la-administracion-de-impresoras/" TargetMode="Externa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9.xml"/><Relationship Id="rId3" Type="http://schemas.openxmlformats.org/officeDocument/2006/relationships/hyperlink" Target="https://www.youtube.com/watch?v=FNwSTrOSgZQ&amp;t=83s" TargetMode="External"/><Relationship Id="rId4" Type="http://schemas.openxmlformats.org/officeDocument/2006/relationships/image" Target="../media/image10.png"/><Relationship Id="rId5" Type="http://schemas.openxmlformats.org/officeDocument/2006/relationships/image" Target="../media/image3.png"/><Relationship Id="rId6" Type="http://schemas.openxmlformats.org/officeDocument/2006/relationships/hyperlink" Target="https://learning.lpi.org/es/learning-materials/102-500/108/108.4/108.4_01/" TargetMode="Externa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0.xml"/><Relationship Id="rId3" Type="http://schemas.openxmlformats.org/officeDocument/2006/relationships/hyperlink" Target="https://www.youtube.com/watch?v=FNwSTrOSgZQ&amp;t=83s" TargetMode="External"/><Relationship Id="rId4" Type="http://schemas.openxmlformats.org/officeDocument/2006/relationships/image" Target="../media/image20.png"/><Relationship Id="rId5" Type="http://schemas.openxmlformats.org/officeDocument/2006/relationships/image" Target="../media/image4.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1.xml"/><Relationship Id="rId3" Type="http://schemas.openxmlformats.org/officeDocument/2006/relationships/hyperlink" Target="https://www.youtube.com/watch?v=FNwSTrOSgZQ&amp;t=83s" TargetMode="External"/><Relationship Id="rId4" Type="http://schemas.openxmlformats.org/officeDocument/2006/relationships/image" Target="../media/image24.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2.xml"/><Relationship Id="rId3" Type="http://schemas.openxmlformats.org/officeDocument/2006/relationships/image" Target="../media/image29.png"/><Relationship Id="rId4" Type="http://schemas.openxmlformats.org/officeDocument/2006/relationships/hyperlink" Target="https://learning.lpi.org/es/learning-materials/102-500/108/108.4/108.4_01/" TargetMode="Externa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3.xml"/><Relationship Id="rId3" Type="http://schemas.openxmlformats.org/officeDocument/2006/relationships/hyperlink" Target="https://www.youtube.com/watch?v=AJZpkJvI2Pc&amp;t=640s" TargetMode="External"/><Relationship Id="rId4" Type="http://schemas.openxmlformats.org/officeDocument/2006/relationships/image" Target="../media/image16.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4.xml"/><Relationship Id="rId3" Type="http://schemas.openxmlformats.org/officeDocument/2006/relationships/hyperlink" Target="https://www.youtube.com/watch?v=AJZpkJvI2Pc&amp;t=640s" TargetMode="External"/><Relationship Id="rId4" Type="http://schemas.openxmlformats.org/officeDocument/2006/relationships/image" Target="../media/image22.png"/><Relationship Id="rId5" Type="http://schemas.openxmlformats.org/officeDocument/2006/relationships/image" Target="../media/image23.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5.xml"/><Relationship Id="rId3" Type="http://schemas.openxmlformats.org/officeDocument/2006/relationships/hyperlink" Target="https://www.youtube.com/watch?v=AJZpkJvI2Pc&amp;t=640s" TargetMode="External"/><Relationship Id="rId4" Type="http://schemas.openxmlformats.org/officeDocument/2006/relationships/image" Target="../media/image25.png"/><Relationship Id="rId5" Type="http://schemas.openxmlformats.org/officeDocument/2006/relationships/image" Target="../media/image30.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6.xml"/><Relationship Id="rId3" Type="http://schemas.openxmlformats.org/officeDocument/2006/relationships/hyperlink" Target="https://www.youtube.com/watch?v=AJZpkJvI2Pc&amp;t=640s" TargetMode="External"/><Relationship Id="rId4" Type="http://schemas.openxmlformats.org/officeDocument/2006/relationships/image" Target="../media/image16.png"/><Relationship Id="rId5" Type="http://schemas.openxmlformats.org/officeDocument/2006/relationships/image" Target="../media/image19.png"/><Relationship Id="rId6" Type="http://schemas.openxmlformats.org/officeDocument/2006/relationships/image" Target="../media/image18.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7.xml"/><Relationship Id="rId3" Type="http://schemas.openxmlformats.org/officeDocument/2006/relationships/hyperlink" Target="https://www.youtube.com/watch?v=AJZpkJvI2Pc&amp;t=640s" TargetMode="External"/><Relationship Id="rId4" Type="http://schemas.openxmlformats.org/officeDocument/2006/relationships/image" Target="../media/image28.png"/><Relationship Id="rId5" Type="http://schemas.openxmlformats.org/officeDocument/2006/relationships/image" Target="../media/image31.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8.xml"/><Relationship Id="rId3" Type="http://schemas.openxmlformats.org/officeDocument/2006/relationships/hyperlink" Target="https://www.youtube.com/watch?v=AJZpkJvI2Pc&amp;t=640s" TargetMode="External"/><Relationship Id="rId4" Type="http://schemas.openxmlformats.org/officeDocument/2006/relationships/image" Target="../media/image26.png"/><Relationship Id="rId5" Type="http://schemas.openxmlformats.org/officeDocument/2006/relationships/image" Target="../media/image21.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 name="Shape 63"/>
        <p:cNvGrpSpPr/>
        <p:nvPr/>
      </p:nvGrpSpPr>
      <p:grpSpPr>
        <a:xfrm>
          <a:off x="0" y="0"/>
          <a:ext cx="0" cy="0"/>
          <a:chOff x="0" y="0"/>
          <a:chExt cx="0" cy="0"/>
        </a:xfrm>
      </p:grpSpPr>
      <p:sp>
        <p:nvSpPr>
          <p:cNvPr id="64" name="Google Shape;64;p15"/>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s"/>
              <a:t>Administración de Sistemas Operativos		</a:t>
            </a:r>
            <a:endParaRPr/>
          </a:p>
        </p:txBody>
      </p:sp>
      <p:sp>
        <p:nvSpPr>
          <p:cNvPr id="65" name="Google Shape;65;p15"/>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s"/>
              <a:t>David Ubide Alaiz</a:t>
            </a:r>
            <a:endParaRPr/>
          </a:p>
        </p:txBody>
      </p:sp>
      <p:pic>
        <p:nvPicPr>
          <p:cNvPr id="66" name="Google Shape;66;p15" title="LOGOTIPO_FP.jpg"/>
          <p:cNvPicPr preferRelativeResize="0"/>
          <p:nvPr/>
        </p:nvPicPr>
        <p:blipFill>
          <a:blip r:embed="rId3">
            <a:alphaModFix/>
          </a:blip>
          <a:stretch>
            <a:fillRect/>
          </a:stretch>
        </p:blipFill>
        <p:spPr>
          <a:xfrm>
            <a:off x="7270326" y="3752050"/>
            <a:ext cx="1873674" cy="1323824"/>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70" name="Shape 70"/>
        <p:cNvGrpSpPr/>
        <p:nvPr/>
      </p:nvGrpSpPr>
      <p:grpSpPr>
        <a:xfrm>
          <a:off x="0" y="0"/>
          <a:ext cx="0" cy="0"/>
          <a:chOff x="0" y="0"/>
          <a:chExt cx="0" cy="0"/>
        </a:xfrm>
      </p:grpSpPr>
      <p:sp>
        <p:nvSpPr>
          <p:cNvPr id="71" name="Google Shape;71;p16"/>
          <p:cNvSpPr txBox="1"/>
          <p:nvPr/>
        </p:nvSpPr>
        <p:spPr>
          <a:xfrm>
            <a:off x="384725" y="505250"/>
            <a:ext cx="4711200" cy="400200"/>
          </a:xfrm>
          <a:prstGeom prst="rect">
            <a:avLst/>
          </a:prstGeom>
          <a:noFill/>
          <a:ln>
            <a:noFill/>
          </a:ln>
        </p:spPr>
        <p:txBody>
          <a:bodyPr anchorCtr="0" anchor="t" bIns="0" lIns="0" spcFirstLastPara="1" rIns="0" wrap="square" tIns="15225">
            <a:spAutoFit/>
          </a:bodyPr>
          <a:lstStyle/>
          <a:p>
            <a:pPr indent="0" lvl="0" marL="12700" rtl="0" algn="l">
              <a:lnSpc>
                <a:spcPct val="100000"/>
              </a:lnSpc>
              <a:spcBef>
                <a:spcPts val="0"/>
              </a:spcBef>
              <a:spcAft>
                <a:spcPts val="0"/>
              </a:spcAft>
              <a:buNone/>
            </a:pPr>
            <a:r>
              <a:rPr lang="es" sz="2500"/>
              <a:t>Un poco de arqueología digital</a:t>
            </a:r>
            <a:endParaRPr sz="2500">
              <a:latin typeface="Arial"/>
              <a:ea typeface="Arial"/>
              <a:cs typeface="Arial"/>
              <a:sym typeface="Arial"/>
            </a:endParaRPr>
          </a:p>
        </p:txBody>
      </p:sp>
      <p:sp>
        <p:nvSpPr>
          <p:cNvPr id="72" name="Google Shape;72;p16"/>
          <p:cNvSpPr txBox="1"/>
          <p:nvPr/>
        </p:nvSpPr>
        <p:spPr>
          <a:xfrm>
            <a:off x="384725" y="1175200"/>
            <a:ext cx="4665000" cy="2520300"/>
          </a:xfrm>
          <a:prstGeom prst="rect">
            <a:avLst/>
          </a:prstGeom>
          <a:noFill/>
          <a:ln>
            <a:noFill/>
          </a:ln>
        </p:spPr>
        <p:txBody>
          <a:bodyPr anchorCtr="0" anchor="t" bIns="0" lIns="0" spcFirstLastPara="1" rIns="0" wrap="square" tIns="12700">
            <a:spAutoFit/>
          </a:bodyPr>
          <a:lstStyle/>
          <a:p>
            <a:pPr indent="0" lvl="0" marL="12700" marR="5080" rtl="0" algn="just">
              <a:lnSpc>
                <a:spcPct val="114999"/>
              </a:lnSpc>
              <a:spcBef>
                <a:spcPts val="1205"/>
              </a:spcBef>
              <a:spcAft>
                <a:spcPts val="0"/>
              </a:spcAft>
              <a:buSzPts val="1100"/>
              <a:buNone/>
            </a:pPr>
            <a:r>
              <a:rPr lang="es" sz="1800">
                <a:solidFill>
                  <a:srgbClr val="595959"/>
                </a:solidFill>
              </a:rPr>
              <a:t>Es un sistema y aparato para enviar y recibir documentos (texto e imágenes) a través de la línea telefónica, convirtiéndolos en señales eléctricas, escaneando el original, transmitiéndolo y luego imprimiendo una copia exacta en el destino, algo popular antes de Internet, pero aún usado en algunos contextos. </a:t>
            </a:r>
            <a:endParaRPr sz="1800">
              <a:solidFill>
                <a:srgbClr val="595959"/>
              </a:solidFill>
            </a:endParaRPr>
          </a:p>
        </p:txBody>
      </p:sp>
      <p:sp>
        <p:nvSpPr>
          <p:cNvPr id="73" name="Google Shape;73;p16"/>
          <p:cNvSpPr txBox="1"/>
          <p:nvPr>
            <p:ph type="title"/>
          </p:nvPr>
        </p:nvSpPr>
        <p:spPr>
          <a:xfrm>
            <a:off x="4972400" y="125631"/>
            <a:ext cx="4014600" cy="567000"/>
          </a:xfrm>
          <a:prstGeom prst="rect">
            <a:avLst/>
          </a:prstGeom>
          <a:noFill/>
          <a:ln>
            <a:noFill/>
          </a:ln>
        </p:spPr>
        <p:txBody>
          <a:bodyPr anchorCtr="0" anchor="t" bIns="0" lIns="0" spcFirstLastPara="1" rIns="0" wrap="square" tIns="12700">
            <a:spAutoFit/>
          </a:bodyPr>
          <a:lstStyle/>
          <a:p>
            <a:pPr indent="0" lvl="0" marL="0" marR="5080" rtl="0" algn="r">
              <a:lnSpc>
                <a:spcPct val="100000"/>
              </a:lnSpc>
              <a:spcBef>
                <a:spcPts val="0"/>
              </a:spcBef>
              <a:spcAft>
                <a:spcPts val="0"/>
              </a:spcAft>
              <a:buNone/>
            </a:pPr>
            <a:r>
              <a:rPr lang="es"/>
              <a:t>Administración de Sistemas Operativos</a:t>
            </a:r>
            <a:endParaRPr/>
          </a:p>
          <a:p>
            <a:pPr indent="0" lvl="0" marL="0" marR="5080" rtl="0" algn="r">
              <a:lnSpc>
                <a:spcPct val="100000"/>
              </a:lnSpc>
              <a:spcBef>
                <a:spcPts val="0"/>
              </a:spcBef>
              <a:spcAft>
                <a:spcPts val="0"/>
              </a:spcAft>
              <a:buNone/>
            </a:pPr>
            <a:r>
              <a:rPr lang="es"/>
              <a:t>UD5- Administración de impresoras</a:t>
            </a:r>
            <a:endParaRPr/>
          </a:p>
        </p:txBody>
      </p:sp>
      <p:pic>
        <p:nvPicPr>
          <p:cNvPr id="74" name="Google Shape;74;p16"/>
          <p:cNvPicPr preferRelativeResize="0"/>
          <p:nvPr/>
        </p:nvPicPr>
        <p:blipFill>
          <a:blip r:embed="rId3">
            <a:alphaModFix/>
          </a:blip>
          <a:stretch>
            <a:fillRect/>
          </a:stretch>
        </p:blipFill>
        <p:spPr>
          <a:xfrm>
            <a:off x="5236800" y="1624375"/>
            <a:ext cx="3789476" cy="1894738"/>
          </a:xfrm>
          <a:prstGeom prst="rect">
            <a:avLst/>
          </a:prstGeom>
          <a:noFill/>
          <a:ln>
            <a:noFill/>
          </a:ln>
        </p:spPr>
      </p:pic>
      <p:sp>
        <p:nvSpPr>
          <p:cNvPr id="75" name="Google Shape;75;p16"/>
          <p:cNvSpPr txBox="1"/>
          <p:nvPr/>
        </p:nvSpPr>
        <p:spPr>
          <a:xfrm>
            <a:off x="780200" y="3993450"/>
            <a:ext cx="74883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u="sng">
                <a:solidFill>
                  <a:schemeClr val="hlink"/>
                </a:solidFill>
                <a:hlinkClick r:id="rId4"/>
              </a:rPr>
              <a:t>https://www.xataka.com/otros-dispositivos/maquinas-fax-siguen-siendo-muy-utilizadas-empresas-enorme-problema-seguridad</a:t>
            </a:r>
            <a:r>
              <a:rPr lang="es"/>
              <a:t> </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79" name="Shape 79"/>
        <p:cNvGrpSpPr/>
        <p:nvPr/>
      </p:nvGrpSpPr>
      <p:grpSpPr>
        <a:xfrm>
          <a:off x="0" y="0"/>
          <a:ext cx="0" cy="0"/>
          <a:chOff x="0" y="0"/>
          <a:chExt cx="0" cy="0"/>
        </a:xfrm>
      </p:grpSpPr>
      <p:sp>
        <p:nvSpPr>
          <p:cNvPr id="80" name="Google Shape;80;p17"/>
          <p:cNvSpPr txBox="1"/>
          <p:nvPr/>
        </p:nvSpPr>
        <p:spPr>
          <a:xfrm>
            <a:off x="384725" y="505250"/>
            <a:ext cx="4711200" cy="400200"/>
          </a:xfrm>
          <a:prstGeom prst="rect">
            <a:avLst/>
          </a:prstGeom>
          <a:noFill/>
          <a:ln>
            <a:noFill/>
          </a:ln>
        </p:spPr>
        <p:txBody>
          <a:bodyPr anchorCtr="0" anchor="t" bIns="0" lIns="0" spcFirstLastPara="1" rIns="0" wrap="square" tIns="15225">
            <a:spAutoFit/>
          </a:bodyPr>
          <a:lstStyle/>
          <a:p>
            <a:pPr indent="0" lvl="0" marL="12700" rtl="0" algn="l">
              <a:lnSpc>
                <a:spcPct val="100000"/>
              </a:lnSpc>
              <a:spcBef>
                <a:spcPts val="0"/>
              </a:spcBef>
              <a:spcAft>
                <a:spcPts val="0"/>
              </a:spcAft>
              <a:buNone/>
            </a:pPr>
            <a:r>
              <a:rPr lang="es" sz="2500"/>
              <a:t>Un poco de arqueología digital</a:t>
            </a:r>
            <a:endParaRPr sz="2500">
              <a:latin typeface="Arial"/>
              <a:ea typeface="Arial"/>
              <a:cs typeface="Arial"/>
              <a:sym typeface="Arial"/>
            </a:endParaRPr>
          </a:p>
        </p:txBody>
      </p:sp>
      <p:sp>
        <p:nvSpPr>
          <p:cNvPr id="81" name="Google Shape;81;p17"/>
          <p:cNvSpPr txBox="1"/>
          <p:nvPr>
            <p:ph type="title"/>
          </p:nvPr>
        </p:nvSpPr>
        <p:spPr>
          <a:xfrm>
            <a:off x="4972400" y="125631"/>
            <a:ext cx="4014600" cy="567000"/>
          </a:xfrm>
          <a:prstGeom prst="rect">
            <a:avLst/>
          </a:prstGeom>
          <a:noFill/>
          <a:ln>
            <a:noFill/>
          </a:ln>
        </p:spPr>
        <p:txBody>
          <a:bodyPr anchorCtr="0" anchor="t" bIns="0" lIns="0" spcFirstLastPara="1" rIns="0" wrap="square" tIns="12700">
            <a:spAutoFit/>
          </a:bodyPr>
          <a:lstStyle/>
          <a:p>
            <a:pPr indent="0" lvl="0" marL="0" marR="5080" rtl="0" algn="r">
              <a:lnSpc>
                <a:spcPct val="100000"/>
              </a:lnSpc>
              <a:spcBef>
                <a:spcPts val="0"/>
              </a:spcBef>
              <a:spcAft>
                <a:spcPts val="0"/>
              </a:spcAft>
              <a:buNone/>
            </a:pPr>
            <a:r>
              <a:rPr lang="es"/>
              <a:t>Administración de Sistemas Operativos</a:t>
            </a:r>
            <a:endParaRPr/>
          </a:p>
          <a:p>
            <a:pPr indent="0" lvl="0" marL="0" marR="5080" rtl="0" algn="r">
              <a:lnSpc>
                <a:spcPct val="100000"/>
              </a:lnSpc>
              <a:spcBef>
                <a:spcPts val="0"/>
              </a:spcBef>
              <a:spcAft>
                <a:spcPts val="0"/>
              </a:spcAft>
              <a:buNone/>
            </a:pPr>
            <a:r>
              <a:rPr lang="es"/>
              <a:t>UD5- Administración de impresoras</a:t>
            </a:r>
            <a:endParaRPr/>
          </a:p>
        </p:txBody>
      </p:sp>
      <p:pic>
        <p:nvPicPr>
          <p:cNvPr id="82" name="Google Shape;82;p17"/>
          <p:cNvPicPr preferRelativeResize="0"/>
          <p:nvPr/>
        </p:nvPicPr>
        <p:blipFill>
          <a:blip r:embed="rId3">
            <a:alphaModFix/>
          </a:blip>
          <a:stretch>
            <a:fillRect/>
          </a:stretch>
        </p:blipFill>
        <p:spPr>
          <a:xfrm>
            <a:off x="5202125" y="1057850"/>
            <a:ext cx="3789475" cy="2691119"/>
          </a:xfrm>
          <a:prstGeom prst="rect">
            <a:avLst/>
          </a:prstGeom>
          <a:noFill/>
          <a:ln>
            <a:noFill/>
          </a:ln>
        </p:spPr>
      </p:pic>
      <p:pic>
        <p:nvPicPr>
          <p:cNvPr id="83" name="Google Shape;83;p17"/>
          <p:cNvPicPr preferRelativeResize="0"/>
          <p:nvPr/>
        </p:nvPicPr>
        <p:blipFill>
          <a:blip r:embed="rId4">
            <a:alphaModFix/>
          </a:blip>
          <a:stretch>
            <a:fillRect/>
          </a:stretch>
        </p:blipFill>
        <p:spPr>
          <a:xfrm>
            <a:off x="152400" y="1057850"/>
            <a:ext cx="4860481" cy="393325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87" name="Shape 87"/>
        <p:cNvGrpSpPr/>
        <p:nvPr/>
      </p:nvGrpSpPr>
      <p:grpSpPr>
        <a:xfrm>
          <a:off x="0" y="0"/>
          <a:ext cx="0" cy="0"/>
          <a:chOff x="0" y="0"/>
          <a:chExt cx="0" cy="0"/>
        </a:xfrm>
      </p:grpSpPr>
      <p:sp>
        <p:nvSpPr>
          <p:cNvPr id="88" name="Google Shape;88;p18"/>
          <p:cNvSpPr txBox="1"/>
          <p:nvPr/>
        </p:nvSpPr>
        <p:spPr>
          <a:xfrm>
            <a:off x="384725" y="505250"/>
            <a:ext cx="4711200" cy="400200"/>
          </a:xfrm>
          <a:prstGeom prst="rect">
            <a:avLst/>
          </a:prstGeom>
          <a:noFill/>
          <a:ln>
            <a:noFill/>
          </a:ln>
        </p:spPr>
        <p:txBody>
          <a:bodyPr anchorCtr="0" anchor="t" bIns="0" lIns="0" spcFirstLastPara="1" rIns="0" wrap="square" tIns="15225">
            <a:spAutoFit/>
          </a:bodyPr>
          <a:lstStyle/>
          <a:p>
            <a:pPr indent="0" lvl="0" marL="12700" rtl="0" algn="l">
              <a:lnSpc>
                <a:spcPct val="100000"/>
              </a:lnSpc>
              <a:spcBef>
                <a:spcPts val="0"/>
              </a:spcBef>
              <a:spcAft>
                <a:spcPts val="0"/>
              </a:spcAft>
              <a:buNone/>
            </a:pPr>
            <a:r>
              <a:rPr lang="es" sz="2500"/>
              <a:t>Un poco de arqueología digital</a:t>
            </a:r>
            <a:endParaRPr sz="2500">
              <a:latin typeface="Arial"/>
              <a:ea typeface="Arial"/>
              <a:cs typeface="Arial"/>
              <a:sym typeface="Arial"/>
            </a:endParaRPr>
          </a:p>
        </p:txBody>
      </p:sp>
      <p:sp>
        <p:nvSpPr>
          <p:cNvPr id="89" name="Google Shape;89;p18"/>
          <p:cNvSpPr txBox="1"/>
          <p:nvPr/>
        </p:nvSpPr>
        <p:spPr>
          <a:xfrm>
            <a:off x="974225" y="3502200"/>
            <a:ext cx="7375200" cy="1245600"/>
          </a:xfrm>
          <a:prstGeom prst="rect">
            <a:avLst/>
          </a:prstGeom>
          <a:noFill/>
          <a:ln>
            <a:noFill/>
          </a:ln>
        </p:spPr>
        <p:txBody>
          <a:bodyPr anchorCtr="0" anchor="t" bIns="0" lIns="0" spcFirstLastPara="1" rIns="0" wrap="square" tIns="12700">
            <a:spAutoFit/>
          </a:bodyPr>
          <a:lstStyle/>
          <a:p>
            <a:pPr indent="0" lvl="0" marL="12700" marR="5080" rtl="0" algn="just">
              <a:lnSpc>
                <a:spcPct val="114999"/>
              </a:lnSpc>
              <a:spcBef>
                <a:spcPts val="1205"/>
              </a:spcBef>
              <a:spcAft>
                <a:spcPts val="0"/>
              </a:spcAft>
              <a:buSzPts val="1100"/>
              <a:buNone/>
            </a:pPr>
            <a:r>
              <a:rPr lang="es" sz="1800">
                <a:solidFill>
                  <a:srgbClr val="595959"/>
                </a:solidFill>
              </a:rPr>
              <a:t>a. El protocolo T.38 ayuda a convertir el fax de señal analógica en imagen y, a continuación, de nuevo en señal analógica cuando llega a su destino. La mayoría de los dispositivos de puerta de enlace VoIP y adaptadores de teléfono analógico (ATA) admiten el protocolo T.38.</a:t>
            </a:r>
            <a:endParaRPr sz="1800">
              <a:solidFill>
                <a:srgbClr val="595959"/>
              </a:solidFill>
            </a:endParaRPr>
          </a:p>
        </p:txBody>
      </p:sp>
      <p:sp>
        <p:nvSpPr>
          <p:cNvPr id="90" name="Google Shape;90;p18"/>
          <p:cNvSpPr txBox="1"/>
          <p:nvPr>
            <p:ph type="title"/>
          </p:nvPr>
        </p:nvSpPr>
        <p:spPr>
          <a:xfrm>
            <a:off x="4972400" y="125631"/>
            <a:ext cx="4014600" cy="567000"/>
          </a:xfrm>
          <a:prstGeom prst="rect">
            <a:avLst/>
          </a:prstGeom>
          <a:noFill/>
          <a:ln>
            <a:noFill/>
          </a:ln>
        </p:spPr>
        <p:txBody>
          <a:bodyPr anchorCtr="0" anchor="t" bIns="0" lIns="0" spcFirstLastPara="1" rIns="0" wrap="square" tIns="12700">
            <a:spAutoFit/>
          </a:bodyPr>
          <a:lstStyle/>
          <a:p>
            <a:pPr indent="0" lvl="0" marL="0" marR="5080" rtl="0" algn="r">
              <a:lnSpc>
                <a:spcPct val="100000"/>
              </a:lnSpc>
              <a:spcBef>
                <a:spcPts val="0"/>
              </a:spcBef>
              <a:spcAft>
                <a:spcPts val="0"/>
              </a:spcAft>
              <a:buNone/>
            </a:pPr>
            <a:r>
              <a:rPr lang="es"/>
              <a:t>Administración de Sistemas Operativos</a:t>
            </a:r>
            <a:endParaRPr/>
          </a:p>
          <a:p>
            <a:pPr indent="0" lvl="0" marL="0" marR="5080" rtl="0" algn="r">
              <a:lnSpc>
                <a:spcPct val="100000"/>
              </a:lnSpc>
              <a:spcBef>
                <a:spcPts val="0"/>
              </a:spcBef>
              <a:spcAft>
                <a:spcPts val="0"/>
              </a:spcAft>
              <a:buNone/>
            </a:pPr>
            <a:r>
              <a:rPr lang="es"/>
              <a:t>UD5- Administración de impresoras</a:t>
            </a:r>
            <a:endParaRPr/>
          </a:p>
        </p:txBody>
      </p:sp>
      <p:pic>
        <p:nvPicPr>
          <p:cNvPr id="91" name="Google Shape;91;p18"/>
          <p:cNvPicPr preferRelativeResize="0"/>
          <p:nvPr/>
        </p:nvPicPr>
        <p:blipFill>
          <a:blip r:embed="rId3">
            <a:alphaModFix/>
          </a:blip>
          <a:stretch>
            <a:fillRect/>
          </a:stretch>
        </p:blipFill>
        <p:spPr>
          <a:xfrm>
            <a:off x="1457325" y="1056625"/>
            <a:ext cx="6229350" cy="188595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95" name="Shape 95"/>
        <p:cNvGrpSpPr/>
        <p:nvPr/>
      </p:nvGrpSpPr>
      <p:grpSpPr>
        <a:xfrm>
          <a:off x="0" y="0"/>
          <a:ext cx="0" cy="0"/>
          <a:chOff x="0" y="0"/>
          <a:chExt cx="0" cy="0"/>
        </a:xfrm>
      </p:grpSpPr>
      <p:sp>
        <p:nvSpPr>
          <p:cNvPr id="96" name="Google Shape;96;p19"/>
          <p:cNvSpPr txBox="1"/>
          <p:nvPr/>
        </p:nvSpPr>
        <p:spPr>
          <a:xfrm>
            <a:off x="384725" y="505250"/>
            <a:ext cx="4711200" cy="400200"/>
          </a:xfrm>
          <a:prstGeom prst="rect">
            <a:avLst/>
          </a:prstGeom>
          <a:noFill/>
          <a:ln>
            <a:noFill/>
          </a:ln>
        </p:spPr>
        <p:txBody>
          <a:bodyPr anchorCtr="0" anchor="t" bIns="0" lIns="0" spcFirstLastPara="1" rIns="0" wrap="square" tIns="15225">
            <a:spAutoFit/>
          </a:bodyPr>
          <a:lstStyle/>
          <a:p>
            <a:pPr indent="0" lvl="0" marL="12700" rtl="0" algn="l">
              <a:lnSpc>
                <a:spcPct val="100000"/>
              </a:lnSpc>
              <a:spcBef>
                <a:spcPts val="0"/>
              </a:spcBef>
              <a:spcAft>
                <a:spcPts val="0"/>
              </a:spcAft>
              <a:buNone/>
            </a:pPr>
            <a:r>
              <a:rPr lang="es" sz="2500"/>
              <a:t>Un poco de arqueología digital</a:t>
            </a:r>
            <a:endParaRPr sz="2500">
              <a:latin typeface="Arial"/>
              <a:ea typeface="Arial"/>
              <a:cs typeface="Arial"/>
              <a:sym typeface="Arial"/>
            </a:endParaRPr>
          </a:p>
        </p:txBody>
      </p:sp>
      <p:sp>
        <p:nvSpPr>
          <p:cNvPr id="97" name="Google Shape;97;p19"/>
          <p:cNvSpPr txBox="1"/>
          <p:nvPr>
            <p:ph type="title"/>
          </p:nvPr>
        </p:nvSpPr>
        <p:spPr>
          <a:xfrm>
            <a:off x="4972400" y="125631"/>
            <a:ext cx="4014600" cy="567000"/>
          </a:xfrm>
          <a:prstGeom prst="rect">
            <a:avLst/>
          </a:prstGeom>
          <a:noFill/>
          <a:ln>
            <a:noFill/>
          </a:ln>
        </p:spPr>
        <p:txBody>
          <a:bodyPr anchorCtr="0" anchor="t" bIns="0" lIns="0" spcFirstLastPara="1" rIns="0" wrap="square" tIns="12700">
            <a:spAutoFit/>
          </a:bodyPr>
          <a:lstStyle/>
          <a:p>
            <a:pPr indent="0" lvl="0" marL="0" marR="5080" rtl="0" algn="r">
              <a:lnSpc>
                <a:spcPct val="100000"/>
              </a:lnSpc>
              <a:spcBef>
                <a:spcPts val="0"/>
              </a:spcBef>
              <a:spcAft>
                <a:spcPts val="0"/>
              </a:spcAft>
              <a:buNone/>
            </a:pPr>
            <a:r>
              <a:rPr lang="es"/>
              <a:t>Administración de Sistemas Operativos</a:t>
            </a:r>
            <a:endParaRPr/>
          </a:p>
          <a:p>
            <a:pPr indent="0" lvl="0" marL="0" marR="5080" rtl="0" algn="r">
              <a:lnSpc>
                <a:spcPct val="100000"/>
              </a:lnSpc>
              <a:spcBef>
                <a:spcPts val="0"/>
              </a:spcBef>
              <a:spcAft>
                <a:spcPts val="0"/>
              </a:spcAft>
              <a:buNone/>
            </a:pPr>
            <a:r>
              <a:rPr lang="es"/>
              <a:t>UD5- Administración de impresoras</a:t>
            </a:r>
            <a:endParaRPr/>
          </a:p>
        </p:txBody>
      </p:sp>
      <p:sp>
        <p:nvSpPr>
          <p:cNvPr id="98" name="Google Shape;98;p19"/>
          <p:cNvSpPr txBox="1"/>
          <p:nvPr/>
        </p:nvSpPr>
        <p:spPr>
          <a:xfrm>
            <a:off x="1629800" y="1629750"/>
            <a:ext cx="55986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u="sng">
                <a:solidFill>
                  <a:schemeClr val="hlink"/>
                </a:solidFill>
                <a:hlinkClick r:id="rId3"/>
              </a:rPr>
              <a:t>How To Fax In 2024. #fax #faxmachine #retrotech - YouTube</a:t>
            </a:r>
            <a:r>
              <a:rPr lang="es"/>
              <a:t> </a:t>
            </a:r>
            <a:endParaRPr/>
          </a:p>
        </p:txBody>
      </p:sp>
      <p:sp>
        <p:nvSpPr>
          <p:cNvPr id="99" name="Google Shape;99;p19"/>
          <p:cNvSpPr txBox="1"/>
          <p:nvPr/>
        </p:nvSpPr>
        <p:spPr>
          <a:xfrm>
            <a:off x="1670250" y="3213250"/>
            <a:ext cx="61302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u="sng">
                <a:solidFill>
                  <a:schemeClr val="hlink"/>
                </a:solidFill>
                <a:hlinkClick r:id="rId4"/>
              </a:rPr>
              <a:t>El FAX nació en 1843... y aún FUNCIONA en 2025 😱</a:t>
            </a:r>
            <a:r>
              <a:rPr lang="es"/>
              <a:t>   </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103" name="Shape 103"/>
        <p:cNvGrpSpPr/>
        <p:nvPr/>
      </p:nvGrpSpPr>
      <p:grpSpPr>
        <a:xfrm>
          <a:off x="0" y="0"/>
          <a:ext cx="0" cy="0"/>
          <a:chOff x="0" y="0"/>
          <a:chExt cx="0" cy="0"/>
        </a:xfrm>
      </p:grpSpPr>
      <p:sp>
        <p:nvSpPr>
          <p:cNvPr id="104" name="Google Shape;104;p20"/>
          <p:cNvSpPr txBox="1"/>
          <p:nvPr/>
        </p:nvSpPr>
        <p:spPr>
          <a:xfrm>
            <a:off x="384725" y="505250"/>
            <a:ext cx="3578700" cy="400200"/>
          </a:xfrm>
          <a:prstGeom prst="rect">
            <a:avLst/>
          </a:prstGeom>
          <a:noFill/>
          <a:ln>
            <a:noFill/>
          </a:ln>
        </p:spPr>
        <p:txBody>
          <a:bodyPr anchorCtr="0" anchor="t" bIns="0" lIns="0" spcFirstLastPara="1" rIns="0" wrap="square" tIns="15225">
            <a:spAutoFit/>
          </a:bodyPr>
          <a:lstStyle/>
          <a:p>
            <a:pPr indent="0" lvl="0" marL="12700" rtl="0" algn="l">
              <a:lnSpc>
                <a:spcPct val="100000"/>
              </a:lnSpc>
              <a:spcBef>
                <a:spcPts val="0"/>
              </a:spcBef>
              <a:spcAft>
                <a:spcPts val="0"/>
              </a:spcAft>
              <a:buNone/>
            </a:pPr>
            <a:r>
              <a:rPr lang="es" sz="2500"/>
              <a:t>Qué es</a:t>
            </a:r>
            <a:endParaRPr sz="2500">
              <a:latin typeface="Arial"/>
              <a:ea typeface="Arial"/>
              <a:cs typeface="Arial"/>
              <a:sym typeface="Arial"/>
            </a:endParaRPr>
          </a:p>
        </p:txBody>
      </p:sp>
      <p:sp>
        <p:nvSpPr>
          <p:cNvPr id="105" name="Google Shape;105;p20"/>
          <p:cNvSpPr txBox="1"/>
          <p:nvPr/>
        </p:nvSpPr>
        <p:spPr>
          <a:xfrm>
            <a:off x="384725" y="1175200"/>
            <a:ext cx="4665000" cy="3312000"/>
          </a:xfrm>
          <a:prstGeom prst="rect">
            <a:avLst/>
          </a:prstGeom>
          <a:noFill/>
          <a:ln>
            <a:noFill/>
          </a:ln>
        </p:spPr>
        <p:txBody>
          <a:bodyPr anchorCtr="0" anchor="t" bIns="0" lIns="0" spcFirstLastPara="1" rIns="0" wrap="square" tIns="12700">
            <a:spAutoFit/>
          </a:bodyPr>
          <a:lstStyle/>
          <a:p>
            <a:pPr indent="0" lvl="0" marL="12700" marR="5080" rtl="0" algn="just">
              <a:lnSpc>
                <a:spcPct val="114999"/>
              </a:lnSpc>
              <a:spcBef>
                <a:spcPts val="1205"/>
              </a:spcBef>
              <a:spcAft>
                <a:spcPts val="0"/>
              </a:spcAft>
              <a:buSzPts val="1100"/>
              <a:buNone/>
            </a:pPr>
            <a:r>
              <a:rPr lang="es" sz="1800">
                <a:solidFill>
                  <a:srgbClr val="595959"/>
                </a:solidFill>
              </a:rPr>
              <a:t>Un Servidor de Impresión es un servidor, que conecta una impresora a red ​ para que cualquier PC pueda acceder a ella e imprimir trabajos, sin depender de otro PC para poder utilizarla, como es el caso de las impresoras compartidas.</a:t>
            </a:r>
            <a:endParaRPr sz="1800">
              <a:solidFill>
                <a:srgbClr val="595959"/>
              </a:solidFill>
            </a:endParaRPr>
          </a:p>
          <a:p>
            <a:pPr indent="0" lvl="0" marL="12700" marR="5080" rtl="0" algn="just">
              <a:lnSpc>
                <a:spcPct val="114999"/>
              </a:lnSpc>
              <a:spcBef>
                <a:spcPts val="1205"/>
              </a:spcBef>
              <a:spcAft>
                <a:spcPts val="0"/>
              </a:spcAft>
              <a:buSzPts val="1100"/>
              <a:buNone/>
            </a:pPr>
            <a:r>
              <a:rPr lang="es" sz="1800">
                <a:solidFill>
                  <a:srgbClr val="595959"/>
                </a:solidFill>
              </a:rPr>
              <a:t>Ayudan a los clientes/usuarios/dispositivos a conectarse a impresoras compartidas y procesar o poner en cola archivos de un cliente a la impresora. </a:t>
            </a:r>
            <a:endParaRPr sz="1800">
              <a:solidFill>
                <a:srgbClr val="595959"/>
              </a:solidFill>
            </a:endParaRPr>
          </a:p>
        </p:txBody>
      </p:sp>
      <p:sp>
        <p:nvSpPr>
          <p:cNvPr id="106" name="Google Shape;106;p20"/>
          <p:cNvSpPr txBox="1"/>
          <p:nvPr>
            <p:ph type="title"/>
          </p:nvPr>
        </p:nvSpPr>
        <p:spPr>
          <a:xfrm>
            <a:off x="4972400" y="125631"/>
            <a:ext cx="4014600" cy="567000"/>
          </a:xfrm>
          <a:prstGeom prst="rect">
            <a:avLst/>
          </a:prstGeom>
          <a:noFill/>
          <a:ln>
            <a:noFill/>
          </a:ln>
        </p:spPr>
        <p:txBody>
          <a:bodyPr anchorCtr="0" anchor="t" bIns="0" lIns="0" spcFirstLastPara="1" rIns="0" wrap="square" tIns="12700">
            <a:spAutoFit/>
          </a:bodyPr>
          <a:lstStyle/>
          <a:p>
            <a:pPr indent="0" lvl="0" marL="0" marR="5080" rtl="0" algn="r">
              <a:lnSpc>
                <a:spcPct val="100000"/>
              </a:lnSpc>
              <a:spcBef>
                <a:spcPts val="0"/>
              </a:spcBef>
              <a:spcAft>
                <a:spcPts val="0"/>
              </a:spcAft>
              <a:buNone/>
            </a:pPr>
            <a:r>
              <a:rPr lang="es"/>
              <a:t>Administración de Sistemas Operativos</a:t>
            </a:r>
            <a:endParaRPr/>
          </a:p>
          <a:p>
            <a:pPr indent="0" lvl="0" marL="0" marR="5080" rtl="0" algn="r">
              <a:lnSpc>
                <a:spcPct val="100000"/>
              </a:lnSpc>
              <a:spcBef>
                <a:spcPts val="0"/>
              </a:spcBef>
              <a:spcAft>
                <a:spcPts val="0"/>
              </a:spcAft>
              <a:buNone/>
            </a:pPr>
            <a:r>
              <a:rPr lang="es"/>
              <a:t>UD5- Administración de impresoras</a:t>
            </a:r>
            <a:endParaRPr/>
          </a:p>
        </p:txBody>
      </p:sp>
      <p:pic>
        <p:nvPicPr>
          <p:cNvPr id="107" name="Google Shape;107;p20"/>
          <p:cNvPicPr preferRelativeResize="0"/>
          <p:nvPr/>
        </p:nvPicPr>
        <p:blipFill>
          <a:blip r:embed="rId3">
            <a:alphaModFix/>
          </a:blip>
          <a:stretch>
            <a:fillRect/>
          </a:stretch>
        </p:blipFill>
        <p:spPr>
          <a:xfrm>
            <a:off x="5243875" y="1361475"/>
            <a:ext cx="3506800" cy="2279425"/>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111" name="Shape 111"/>
        <p:cNvGrpSpPr/>
        <p:nvPr/>
      </p:nvGrpSpPr>
      <p:grpSpPr>
        <a:xfrm>
          <a:off x="0" y="0"/>
          <a:ext cx="0" cy="0"/>
          <a:chOff x="0" y="0"/>
          <a:chExt cx="0" cy="0"/>
        </a:xfrm>
      </p:grpSpPr>
      <p:sp>
        <p:nvSpPr>
          <p:cNvPr id="112" name="Google Shape;112;p21"/>
          <p:cNvSpPr txBox="1"/>
          <p:nvPr/>
        </p:nvSpPr>
        <p:spPr>
          <a:xfrm>
            <a:off x="384725" y="505250"/>
            <a:ext cx="3578700" cy="400200"/>
          </a:xfrm>
          <a:prstGeom prst="rect">
            <a:avLst/>
          </a:prstGeom>
          <a:noFill/>
          <a:ln>
            <a:noFill/>
          </a:ln>
        </p:spPr>
        <p:txBody>
          <a:bodyPr anchorCtr="0" anchor="t" bIns="0" lIns="0" spcFirstLastPara="1" rIns="0" wrap="square" tIns="15225">
            <a:spAutoFit/>
          </a:bodyPr>
          <a:lstStyle/>
          <a:p>
            <a:pPr indent="0" lvl="0" marL="12700" rtl="0" algn="l">
              <a:lnSpc>
                <a:spcPct val="100000"/>
              </a:lnSpc>
              <a:spcBef>
                <a:spcPts val="0"/>
              </a:spcBef>
              <a:spcAft>
                <a:spcPts val="0"/>
              </a:spcAft>
              <a:buNone/>
            </a:pPr>
            <a:r>
              <a:rPr lang="es" sz="2500"/>
              <a:t>Qué es</a:t>
            </a:r>
            <a:endParaRPr sz="2500">
              <a:latin typeface="Arial"/>
              <a:ea typeface="Arial"/>
              <a:cs typeface="Arial"/>
              <a:sym typeface="Arial"/>
            </a:endParaRPr>
          </a:p>
        </p:txBody>
      </p:sp>
      <p:sp>
        <p:nvSpPr>
          <p:cNvPr id="113" name="Google Shape;113;p21"/>
          <p:cNvSpPr txBox="1"/>
          <p:nvPr/>
        </p:nvSpPr>
        <p:spPr>
          <a:xfrm>
            <a:off x="384725" y="1175200"/>
            <a:ext cx="8785500" cy="3312000"/>
          </a:xfrm>
          <a:prstGeom prst="rect">
            <a:avLst/>
          </a:prstGeom>
          <a:noFill/>
          <a:ln>
            <a:noFill/>
          </a:ln>
        </p:spPr>
        <p:txBody>
          <a:bodyPr anchorCtr="0" anchor="t" bIns="0" lIns="0" spcFirstLastPara="1" rIns="0" wrap="square" tIns="12700">
            <a:spAutoFit/>
          </a:bodyPr>
          <a:lstStyle/>
          <a:p>
            <a:pPr indent="0" lvl="0" marL="12700" marR="5080" rtl="0" algn="just">
              <a:lnSpc>
                <a:spcPct val="114999"/>
              </a:lnSpc>
              <a:spcBef>
                <a:spcPts val="1205"/>
              </a:spcBef>
              <a:spcAft>
                <a:spcPts val="0"/>
              </a:spcAft>
              <a:buClr>
                <a:schemeClr val="dk1"/>
              </a:buClr>
              <a:buSzPts val="1100"/>
              <a:buFont typeface="Arial"/>
              <a:buNone/>
            </a:pPr>
            <a:r>
              <a:rPr lang="es" sz="1800">
                <a:solidFill>
                  <a:srgbClr val="595959"/>
                </a:solidFill>
              </a:rPr>
              <a:t>Para poder imprimir documentos en papel, es evidente que necesitamos un periférico que comúnmente llamamos 'impresora' aunque a veces se le denomina 'dispositivo de impresión'. Las impresoras pueden utilizar diferentes tecnologías de impresión, aunque las más comunes son las impresoras de inyección de tinta y las impresoras láser.</a:t>
            </a:r>
            <a:endParaRPr sz="1800">
              <a:solidFill>
                <a:srgbClr val="595959"/>
              </a:solidFill>
            </a:endParaRPr>
          </a:p>
          <a:p>
            <a:pPr indent="0" lvl="0" marL="12700" marR="5080" rtl="0" algn="just">
              <a:lnSpc>
                <a:spcPct val="114999"/>
              </a:lnSpc>
              <a:spcBef>
                <a:spcPts val="1205"/>
              </a:spcBef>
              <a:spcAft>
                <a:spcPts val="0"/>
              </a:spcAft>
              <a:buClr>
                <a:schemeClr val="dk1"/>
              </a:buClr>
              <a:buSzPts val="1100"/>
              <a:buFont typeface="Arial"/>
              <a:buNone/>
            </a:pPr>
            <a:r>
              <a:rPr lang="es" sz="1800">
                <a:solidFill>
                  <a:srgbClr val="595959"/>
                </a:solidFill>
              </a:rPr>
              <a:t>Cuando distintos usuarios desean imprimir documentos, podrían enviarlos directamente hacia la impresora, pero eso consumiría recursos de sus PCs y mezclaría distintos trabajos. Una cola de impresión es un almacén temporal donde permanecen los documentos en espera de que puedan ser imprimidos según un orden secuencial.</a:t>
            </a:r>
            <a:endParaRPr sz="1800">
              <a:solidFill>
                <a:srgbClr val="595959"/>
              </a:solidFill>
            </a:endParaRPr>
          </a:p>
        </p:txBody>
      </p:sp>
      <p:sp>
        <p:nvSpPr>
          <p:cNvPr id="114" name="Google Shape;114;p21"/>
          <p:cNvSpPr txBox="1"/>
          <p:nvPr>
            <p:ph type="title"/>
          </p:nvPr>
        </p:nvSpPr>
        <p:spPr>
          <a:xfrm>
            <a:off x="4972400" y="125631"/>
            <a:ext cx="4014600" cy="567000"/>
          </a:xfrm>
          <a:prstGeom prst="rect">
            <a:avLst/>
          </a:prstGeom>
          <a:noFill/>
          <a:ln>
            <a:noFill/>
          </a:ln>
        </p:spPr>
        <p:txBody>
          <a:bodyPr anchorCtr="0" anchor="t" bIns="0" lIns="0" spcFirstLastPara="1" rIns="0" wrap="square" tIns="12700">
            <a:spAutoFit/>
          </a:bodyPr>
          <a:lstStyle/>
          <a:p>
            <a:pPr indent="0" lvl="0" marL="0" marR="5080" rtl="0" algn="r">
              <a:lnSpc>
                <a:spcPct val="100000"/>
              </a:lnSpc>
              <a:spcBef>
                <a:spcPts val="0"/>
              </a:spcBef>
              <a:spcAft>
                <a:spcPts val="0"/>
              </a:spcAft>
              <a:buNone/>
            </a:pPr>
            <a:r>
              <a:rPr lang="es"/>
              <a:t>Administración de Sistemas Operativos</a:t>
            </a:r>
            <a:endParaRPr/>
          </a:p>
          <a:p>
            <a:pPr indent="0" lvl="0" marL="0" marR="5080" rtl="0" algn="r">
              <a:lnSpc>
                <a:spcPct val="100000"/>
              </a:lnSpc>
              <a:spcBef>
                <a:spcPts val="0"/>
              </a:spcBef>
              <a:spcAft>
                <a:spcPts val="0"/>
              </a:spcAft>
              <a:buNone/>
            </a:pPr>
            <a:r>
              <a:rPr lang="es"/>
              <a:t>UD5- Administración de impresoras</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118" name="Shape 118"/>
        <p:cNvGrpSpPr/>
        <p:nvPr/>
      </p:nvGrpSpPr>
      <p:grpSpPr>
        <a:xfrm>
          <a:off x="0" y="0"/>
          <a:ext cx="0" cy="0"/>
          <a:chOff x="0" y="0"/>
          <a:chExt cx="0" cy="0"/>
        </a:xfrm>
      </p:grpSpPr>
      <p:sp>
        <p:nvSpPr>
          <p:cNvPr id="119" name="Google Shape;119;p22"/>
          <p:cNvSpPr txBox="1"/>
          <p:nvPr/>
        </p:nvSpPr>
        <p:spPr>
          <a:xfrm>
            <a:off x="384725" y="505250"/>
            <a:ext cx="3578700" cy="400200"/>
          </a:xfrm>
          <a:prstGeom prst="rect">
            <a:avLst/>
          </a:prstGeom>
          <a:noFill/>
          <a:ln>
            <a:noFill/>
          </a:ln>
        </p:spPr>
        <p:txBody>
          <a:bodyPr anchorCtr="0" anchor="t" bIns="0" lIns="0" spcFirstLastPara="1" rIns="0" wrap="square" tIns="15225">
            <a:spAutoFit/>
          </a:bodyPr>
          <a:lstStyle/>
          <a:p>
            <a:pPr indent="0" lvl="0" marL="12700" rtl="0" algn="l">
              <a:lnSpc>
                <a:spcPct val="100000"/>
              </a:lnSpc>
              <a:spcBef>
                <a:spcPts val="0"/>
              </a:spcBef>
              <a:spcAft>
                <a:spcPts val="0"/>
              </a:spcAft>
              <a:buNone/>
            </a:pPr>
            <a:r>
              <a:rPr lang="es" sz="2500"/>
              <a:t>Qué es</a:t>
            </a:r>
            <a:endParaRPr sz="2500">
              <a:latin typeface="Arial"/>
              <a:ea typeface="Arial"/>
              <a:cs typeface="Arial"/>
              <a:sym typeface="Arial"/>
            </a:endParaRPr>
          </a:p>
        </p:txBody>
      </p:sp>
      <p:sp>
        <p:nvSpPr>
          <p:cNvPr id="120" name="Google Shape;120;p22"/>
          <p:cNvSpPr txBox="1"/>
          <p:nvPr/>
        </p:nvSpPr>
        <p:spPr>
          <a:xfrm>
            <a:off x="384725" y="1175200"/>
            <a:ext cx="8785500" cy="1564500"/>
          </a:xfrm>
          <a:prstGeom prst="rect">
            <a:avLst/>
          </a:prstGeom>
          <a:noFill/>
          <a:ln>
            <a:noFill/>
          </a:ln>
        </p:spPr>
        <p:txBody>
          <a:bodyPr anchorCtr="0" anchor="t" bIns="0" lIns="0" spcFirstLastPara="1" rIns="0" wrap="square" tIns="12700">
            <a:spAutoFit/>
          </a:bodyPr>
          <a:lstStyle/>
          <a:p>
            <a:pPr indent="0" lvl="0" marL="0" marR="5080" rtl="0" algn="just">
              <a:lnSpc>
                <a:spcPct val="114999"/>
              </a:lnSpc>
              <a:spcBef>
                <a:spcPts val="1205"/>
              </a:spcBef>
              <a:spcAft>
                <a:spcPts val="0"/>
              </a:spcAft>
              <a:buSzPts val="1100"/>
              <a:buNone/>
            </a:pPr>
            <a:r>
              <a:rPr lang="es" sz="1800">
                <a:solidFill>
                  <a:srgbClr val="595959"/>
                </a:solidFill>
              </a:rPr>
              <a:t>La cola de impresión (almacén temporal) puede estar en el propio PC del usuario, en un servidor de impresión o en la misma impresora de red. Lo mejor es que la cola esté en un servidor de impresión, de esa forma el PC del usuario queda menos cargado, los trabajos de impresión de distintos usuarios no se mezclan y existe la posibilidad de administrar los trabajos de impresión (establecer prioridades, límites, etc...)</a:t>
            </a:r>
            <a:endParaRPr sz="1800">
              <a:solidFill>
                <a:srgbClr val="595959"/>
              </a:solidFill>
            </a:endParaRPr>
          </a:p>
        </p:txBody>
      </p:sp>
      <p:sp>
        <p:nvSpPr>
          <p:cNvPr id="121" name="Google Shape;121;p22"/>
          <p:cNvSpPr txBox="1"/>
          <p:nvPr>
            <p:ph type="title"/>
          </p:nvPr>
        </p:nvSpPr>
        <p:spPr>
          <a:xfrm>
            <a:off x="4972400" y="125631"/>
            <a:ext cx="4014600" cy="567000"/>
          </a:xfrm>
          <a:prstGeom prst="rect">
            <a:avLst/>
          </a:prstGeom>
          <a:noFill/>
          <a:ln>
            <a:noFill/>
          </a:ln>
        </p:spPr>
        <p:txBody>
          <a:bodyPr anchorCtr="0" anchor="t" bIns="0" lIns="0" spcFirstLastPara="1" rIns="0" wrap="square" tIns="12700">
            <a:spAutoFit/>
          </a:bodyPr>
          <a:lstStyle/>
          <a:p>
            <a:pPr indent="0" lvl="0" marL="0" marR="5080" rtl="0" algn="r">
              <a:lnSpc>
                <a:spcPct val="100000"/>
              </a:lnSpc>
              <a:spcBef>
                <a:spcPts val="0"/>
              </a:spcBef>
              <a:spcAft>
                <a:spcPts val="0"/>
              </a:spcAft>
              <a:buNone/>
            </a:pPr>
            <a:r>
              <a:rPr lang="es"/>
              <a:t>Administración de Sistemas Operativos</a:t>
            </a:r>
            <a:endParaRPr/>
          </a:p>
          <a:p>
            <a:pPr indent="0" lvl="0" marL="0" marR="5080" rtl="0" algn="r">
              <a:lnSpc>
                <a:spcPct val="100000"/>
              </a:lnSpc>
              <a:spcBef>
                <a:spcPts val="0"/>
              </a:spcBef>
              <a:spcAft>
                <a:spcPts val="0"/>
              </a:spcAft>
              <a:buNone/>
            </a:pPr>
            <a:r>
              <a:rPr lang="es"/>
              <a:t>UD5- Administración de impresoras</a:t>
            </a:r>
            <a:endParaRPr/>
          </a:p>
        </p:txBody>
      </p:sp>
      <p:pic>
        <p:nvPicPr>
          <p:cNvPr id="122" name="Google Shape;122;p22"/>
          <p:cNvPicPr preferRelativeResize="0"/>
          <p:nvPr/>
        </p:nvPicPr>
        <p:blipFill>
          <a:blip r:embed="rId3">
            <a:alphaModFix/>
          </a:blip>
          <a:stretch>
            <a:fillRect/>
          </a:stretch>
        </p:blipFill>
        <p:spPr>
          <a:xfrm>
            <a:off x="1296700" y="2811200"/>
            <a:ext cx="6724230" cy="209900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126" name="Shape 126"/>
        <p:cNvGrpSpPr/>
        <p:nvPr/>
      </p:nvGrpSpPr>
      <p:grpSpPr>
        <a:xfrm>
          <a:off x="0" y="0"/>
          <a:ext cx="0" cy="0"/>
          <a:chOff x="0" y="0"/>
          <a:chExt cx="0" cy="0"/>
        </a:xfrm>
      </p:grpSpPr>
      <p:sp>
        <p:nvSpPr>
          <p:cNvPr id="127" name="Google Shape;127;p23"/>
          <p:cNvSpPr txBox="1"/>
          <p:nvPr/>
        </p:nvSpPr>
        <p:spPr>
          <a:xfrm>
            <a:off x="384725" y="505250"/>
            <a:ext cx="3578700" cy="400200"/>
          </a:xfrm>
          <a:prstGeom prst="rect">
            <a:avLst/>
          </a:prstGeom>
          <a:noFill/>
          <a:ln>
            <a:noFill/>
          </a:ln>
        </p:spPr>
        <p:txBody>
          <a:bodyPr anchorCtr="0" anchor="t" bIns="0" lIns="0" spcFirstLastPara="1" rIns="0" wrap="square" tIns="15225">
            <a:spAutoFit/>
          </a:bodyPr>
          <a:lstStyle/>
          <a:p>
            <a:pPr indent="0" lvl="0" marL="12700" rtl="0" algn="l">
              <a:lnSpc>
                <a:spcPct val="100000"/>
              </a:lnSpc>
              <a:spcBef>
                <a:spcPts val="0"/>
              </a:spcBef>
              <a:spcAft>
                <a:spcPts val="0"/>
              </a:spcAft>
              <a:buNone/>
            </a:pPr>
            <a:r>
              <a:rPr lang="es" sz="2500"/>
              <a:t>Formas de conexión</a:t>
            </a:r>
            <a:endParaRPr sz="2500">
              <a:latin typeface="Arial"/>
              <a:ea typeface="Arial"/>
              <a:cs typeface="Arial"/>
              <a:sym typeface="Arial"/>
            </a:endParaRPr>
          </a:p>
        </p:txBody>
      </p:sp>
      <p:sp>
        <p:nvSpPr>
          <p:cNvPr id="128" name="Google Shape;128;p23"/>
          <p:cNvSpPr txBox="1"/>
          <p:nvPr>
            <p:ph type="title"/>
          </p:nvPr>
        </p:nvSpPr>
        <p:spPr>
          <a:xfrm>
            <a:off x="4972400" y="125631"/>
            <a:ext cx="4014600" cy="567000"/>
          </a:xfrm>
          <a:prstGeom prst="rect">
            <a:avLst/>
          </a:prstGeom>
          <a:noFill/>
          <a:ln>
            <a:noFill/>
          </a:ln>
        </p:spPr>
        <p:txBody>
          <a:bodyPr anchorCtr="0" anchor="t" bIns="0" lIns="0" spcFirstLastPara="1" rIns="0" wrap="square" tIns="12700">
            <a:spAutoFit/>
          </a:bodyPr>
          <a:lstStyle/>
          <a:p>
            <a:pPr indent="0" lvl="0" marL="0" marR="5080" rtl="0" algn="r">
              <a:lnSpc>
                <a:spcPct val="100000"/>
              </a:lnSpc>
              <a:spcBef>
                <a:spcPts val="0"/>
              </a:spcBef>
              <a:spcAft>
                <a:spcPts val="0"/>
              </a:spcAft>
              <a:buNone/>
            </a:pPr>
            <a:r>
              <a:rPr lang="es"/>
              <a:t>Administración de Sistemas Operativos</a:t>
            </a:r>
            <a:endParaRPr/>
          </a:p>
          <a:p>
            <a:pPr indent="0" lvl="0" marL="0" marR="5080" rtl="0" algn="r">
              <a:lnSpc>
                <a:spcPct val="100000"/>
              </a:lnSpc>
              <a:spcBef>
                <a:spcPts val="0"/>
              </a:spcBef>
              <a:spcAft>
                <a:spcPts val="0"/>
              </a:spcAft>
              <a:buNone/>
            </a:pPr>
            <a:r>
              <a:rPr lang="es"/>
              <a:t>UD5- Administración de impresoras</a:t>
            </a:r>
            <a:endParaRPr/>
          </a:p>
        </p:txBody>
      </p:sp>
      <p:pic>
        <p:nvPicPr>
          <p:cNvPr id="129" name="Google Shape;129;p23"/>
          <p:cNvPicPr preferRelativeResize="0"/>
          <p:nvPr/>
        </p:nvPicPr>
        <p:blipFill>
          <a:blip r:embed="rId3">
            <a:alphaModFix/>
          </a:blip>
          <a:stretch>
            <a:fillRect/>
          </a:stretch>
        </p:blipFill>
        <p:spPr>
          <a:xfrm>
            <a:off x="1576388" y="965400"/>
            <a:ext cx="5991225" cy="3343275"/>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133" name="Shape 133"/>
        <p:cNvGrpSpPr/>
        <p:nvPr/>
      </p:nvGrpSpPr>
      <p:grpSpPr>
        <a:xfrm>
          <a:off x="0" y="0"/>
          <a:ext cx="0" cy="0"/>
          <a:chOff x="0" y="0"/>
          <a:chExt cx="0" cy="0"/>
        </a:xfrm>
      </p:grpSpPr>
      <p:sp>
        <p:nvSpPr>
          <p:cNvPr id="134" name="Google Shape;134;p24"/>
          <p:cNvSpPr txBox="1"/>
          <p:nvPr/>
        </p:nvSpPr>
        <p:spPr>
          <a:xfrm>
            <a:off x="384725" y="505250"/>
            <a:ext cx="3670800" cy="785100"/>
          </a:xfrm>
          <a:prstGeom prst="rect">
            <a:avLst/>
          </a:prstGeom>
          <a:noFill/>
          <a:ln>
            <a:noFill/>
          </a:ln>
        </p:spPr>
        <p:txBody>
          <a:bodyPr anchorCtr="0" anchor="t" bIns="0" lIns="0" spcFirstLastPara="1" rIns="0" wrap="square" tIns="15225">
            <a:spAutoFit/>
          </a:bodyPr>
          <a:lstStyle/>
          <a:p>
            <a:pPr indent="0" lvl="0" marL="12700" rtl="0" algn="l">
              <a:lnSpc>
                <a:spcPct val="100000"/>
              </a:lnSpc>
              <a:spcBef>
                <a:spcPts val="0"/>
              </a:spcBef>
              <a:spcAft>
                <a:spcPts val="0"/>
              </a:spcAft>
              <a:buNone/>
            </a:pPr>
            <a:r>
              <a:rPr lang="es" sz="2500"/>
              <a:t>Protocolos de impresión - Parte digital</a:t>
            </a:r>
            <a:endParaRPr sz="2500">
              <a:latin typeface="Arial"/>
              <a:ea typeface="Arial"/>
              <a:cs typeface="Arial"/>
              <a:sym typeface="Arial"/>
            </a:endParaRPr>
          </a:p>
        </p:txBody>
      </p:sp>
      <p:sp>
        <p:nvSpPr>
          <p:cNvPr id="135" name="Google Shape;135;p24"/>
          <p:cNvSpPr txBox="1"/>
          <p:nvPr>
            <p:ph type="title"/>
          </p:nvPr>
        </p:nvSpPr>
        <p:spPr>
          <a:xfrm>
            <a:off x="4972400" y="125631"/>
            <a:ext cx="4014600" cy="567000"/>
          </a:xfrm>
          <a:prstGeom prst="rect">
            <a:avLst/>
          </a:prstGeom>
          <a:noFill/>
          <a:ln>
            <a:noFill/>
          </a:ln>
        </p:spPr>
        <p:txBody>
          <a:bodyPr anchorCtr="0" anchor="t" bIns="0" lIns="0" spcFirstLastPara="1" rIns="0" wrap="square" tIns="12700">
            <a:spAutoFit/>
          </a:bodyPr>
          <a:lstStyle/>
          <a:p>
            <a:pPr indent="0" lvl="0" marL="0" marR="5080" rtl="0" algn="r">
              <a:lnSpc>
                <a:spcPct val="100000"/>
              </a:lnSpc>
              <a:spcBef>
                <a:spcPts val="0"/>
              </a:spcBef>
              <a:spcAft>
                <a:spcPts val="0"/>
              </a:spcAft>
              <a:buNone/>
            </a:pPr>
            <a:r>
              <a:rPr lang="es"/>
              <a:t>Administración de Sistemas Operativos</a:t>
            </a:r>
            <a:endParaRPr/>
          </a:p>
          <a:p>
            <a:pPr indent="0" lvl="0" marL="0" marR="5080" rtl="0" algn="r">
              <a:lnSpc>
                <a:spcPct val="100000"/>
              </a:lnSpc>
              <a:spcBef>
                <a:spcPts val="0"/>
              </a:spcBef>
              <a:spcAft>
                <a:spcPts val="0"/>
              </a:spcAft>
              <a:buNone/>
            </a:pPr>
            <a:r>
              <a:rPr lang="es"/>
              <a:t>UD5- Administración de impresoras</a:t>
            </a:r>
            <a:endParaRPr/>
          </a:p>
        </p:txBody>
      </p:sp>
      <p:sp>
        <p:nvSpPr>
          <p:cNvPr id="136" name="Google Shape;136;p24"/>
          <p:cNvSpPr txBox="1"/>
          <p:nvPr/>
        </p:nvSpPr>
        <p:spPr>
          <a:xfrm>
            <a:off x="173375" y="1398550"/>
            <a:ext cx="8910000" cy="2401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s" sz="1800">
                <a:solidFill>
                  <a:srgbClr val="595959"/>
                </a:solidFill>
              </a:rPr>
              <a:t>Protocolo de impresión de Internet  (2018 última versión)</a:t>
            </a:r>
            <a:endParaRPr b="1" sz="1800">
              <a:solidFill>
                <a:srgbClr val="595959"/>
              </a:solidFill>
            </a:endParaRPr>
          </a:p>
          <a:p>
            <a:pPr indent="0" lvl="0" marL="0" rtl="0" algn="just">
              <a:spcBef>
                <a:spcPts val="0"/>
              </a:spcBef>
              <a:spcAft>
                <a:spcPts val="0"/>
              </a:spcAft>
              <a:buNone/>
            </a:pPr>
            <a:r>
              <a:rPr lang="es" sz="1800">
                <a:solidFill>
                  <a:srgbClr val="595959"/>
                </a:solidFill>
              </a:rPr>
              <a:t>Es un estándar de red que permite enviar trabajos de impresión y gestionar impresoras a través de Internet o redes locales, funcionando sobre HTTP (puerto 631) y ofreciendo funciones avanzades como control de acceso, autenticación y cifrado SSL, haciéndolo más seguro y completo que protocolos antiguos como LPR. Permite consultar estado, cancelar trabajos y gestionar configuraciones (tamaño de papel, resolución) de forma remota, siendo compatible con sistemas operativos modernos como Windows y Linux</a:t>
            </a:r>
            <a:endParaRPr sz="1800">
              <a:solidFill>
                <a:srgbClr val="595959"/>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140" name="Shape 140"/>
        <p:cNvGrpSpPr/>
        <p:nvPr/>
      </p:nvGrpSpPr>
      <p:grpSpPr>
        <a:xfrm>
          <a:off x="0" y="0"/>
          <a:ext cx="0" cy="0"/>
          <a:chOff x="0" y="0"/>
          <a:chExt cx="0" cy="0"/>
        </a:xfrm>
      </p:grpSpPr>
      <p:sp>
        <p:nvSpPr>
          <p:cNvPr id="141" name="Google Shape;141;p25"/>
          <p:cNvSpPr txBox="1"/>
          <p:nvPr/>
        </p:nvSpPr>
        <p:spPr>
          <a:xfrm>
            <a:off x="384725" y="505250"/>
            <a:ext cx="3670800" cy="785100"/>
          </a:xfrm>
          <a:prstGeom prst="rect">
            <a:avLst/>
          </a:prstGeom>
          <a:noFill/>
          <a:ln>
            <a:noFill/>
          </a:ln>
        </p:spPr>
        <p:txBody>
          <a:bodyPr anchorCtr="0" anchor="t" bIns="0" lIns="0" spcFirstLastPara="1" rIns="0" wrap="square" tIns="15225">
            <a:spAutoFit/>
          </a:bodyPr>
          <a:lstStyle/>
          <a:p>
            <a:pPr indent="0" lvl="0" marL="12700" rtl="0" algn="l">
              <a:lnSpc>
                <a:spcPct val="100000"/>
              </a:lnSpc>
              <a:spcBef>
                <a:spcPts val="0"/>
              </a:spcBef>
              <a:spcAft>
                <a:spcPts val="0"/>
              </a:spcAft>
              <a:buNone/>
            </a:pPr>
            <a:r>
              <a:rPr lang="es" sz="2500"/>
              <a:t>Protocolos de impresión - Parte digital</a:t>
            </a:r>
            <a:endParaRPr sz="2500">
              <a:latin typeface="Arial"/>
              <a:ea typeface="Arial"/>
              <a:cs typeface="Arial"/>
              <a:sym typeface="Arial"/>
            </a:endParaRPr>
          </a:p>
        </p:txBody>
      </p:sp>
      <p:sp>
        <p:nvSpPr>
          <p:cNvPr id="142" name="Google Shape;142;p25"/>
          <p:cNvSpPr txBox="1"/>
          <p:nvPr>
            <p:ph type="title"/>
          </p:nvPr>
        </p:nvSpPr>
        <p:spPr>
          <a:xfrm>
            <a:off x="4972400" y="125631"/>
            <a:ext cx="4014600" cy="567000"/>
          </a:xfrm>
          <a:prstGeom prst="rect">
            <a:avLst/>
          </a:prstGeom>
          <a:noFill/>
          <a:ln>
            <a:noFill/>
          </a:ln>
        </p:spPr>
        <p:txBody>
          <a:bodyPr anchorCtr="0" anchor="t" bIns="0" lIns="0" spcFirstLastPara="1" rIns="0" wrap="square" tIns="12700">
            <a:spAutoFit/>
          </a:bodyPr>
          <a:lstStyle/>
          <a:p>
            <a:pPr indent="0" lvl="0" marL="0" marR="5080" rtl="0" algn="r">
              <a:lnSpc>
                <a:spcPct val="100000"/>
              </a:lnSpc>
              <a:spcBef>
                <a:spcPts val="0"/>
              </a:spcBef>
              <a:spcAft>
                <a:spcPts val="0"/>
              </a:spcAft>
              <a:buNone/>
            </a:pPr>
            <a:r>
              <a:rPr lang="es"/>
              <a:t>Administración de Sistemas Operativos</a:t>
            </a:r>
            <a:endParaRPr/>
          </a:p>
          <a:p>
            <a:pPr indent="0" lvl="0" marL="0" marR="5080" rtl="0" algn="r">
              <a:lnSpc>
                <a:spcPct val="100000"/>
              </a:lnSpc>
              <a:spcBef>
                <a:spcPts val="0"/>
              </a:spcBef>
              <a:spcAft>
                <a:spcPts val="0"/>
              </a:spcAft>
              <a:buNone/>
            </a:pPr>
            <a:r>
              <a:rPr lang="es"/>
              <a:t>UD5- Administración de impresoras</a:t>
            </a:r>
            <a:endParaRPr/>
          </a:p>
        </p:txBody>
      </p:sp>
      <p:sp>
        <p:nvSpPr>
          <p:cNvPr id="143" name="Google Shape;143;p25"/>
          <p:cNvSpPr txBox="1"/>
          <p:nvPr/>
        </p:nvSpPr>
        <p:spPr>
          <a:xfrm>
            <a:off x="173375" y="1398550"/>
            <a:ext cx="8910000" cy="1293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s" sz="1800">
                <a:solidFill>
                  <a:srgbClr val="595959"/>
                </a:solidFill>
              </a:rPr>
              <a:t>Line Printer Daemon 1983</a:t>
            </a:r>
            <a:endParaRPr b="1" sz="1800">
              <a:solidFill>
                <a:srgbClr val="595959"/>
              </a:solidFill>
            </a:endParaRPr>
          </a:p>
          <a:p>
            <a:pPr indent="0" lvl="0" marL="0" rtl="0" algn="just">
              <a:spcBef>
                <a:spcPts val="0"/>
              </a:spcBef>
              <a:spcAft>
                <a:spcPts val="0"/>
              </a:spcAft>
              <a:buNone/>
            </a:pPr>
            <a:r>
              <a:rPr lang="es" sz="1800">
                <a:solidFill>
                  <a:srgbClr val="595959"/>
                </a:solidFill>
              </a:rPr>
              <a:t>El protocolo Line Printer Daemon/Line Printer Remote protocol (o LPD, LPR) es un protocolo de impresión de red para enviar trabajos de impresión a una impresora remota que corre en el puerto 515</a:t>
            </a:r>
            <a:endParaRPr sz="1800">
              <a:solidFill>
                <a:srgbClr val="595959"/>
              </a:solidFill>
            </a:endParaRPr>
          </a:p>
        </p:txBody>
      </p:sp>
      <p:pic>
        <p:nvPicPr>
          <p:cNvPr id="144" name="Google Shape;144;p25"/>
          <p:cNvPicPr preferRelativeResize="0"/>
          <p:nvPr/>
        </p:nvPicPr>
        <p:blipFill>
          <a:blip r:embed="rId3">
            <a:alphaModFix/>
          </a:blip>
          <a:stretch>
            <a:fillRect/>
          </a:stretch>
        </p:blipFill>
        <p:spPr>
          <a:xfrm>
            <a:off x="1836938" y="2728350"/>
            <a:ext cx="5470121" cy="214715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148" name="Shape 148"/>
        <p:cNvGrpSpPr/>
        <p:nvPr/>
      </p:nvGrpSpPr>
      <p:grpSpPr>
        <a:xfrm>
          <a:off x="0" y="0"/>
          <a:ext cx="0" cy="0"/>
          <a:chOff x="0" y="0"/>
          <a:chExt cx="0" cy="0"/>
        </a:xfrm>
      </p:grpSpPr>
      <p:sp>
        <p:nvSpPr>
          <p:cNvPr id="149" name="Google Shape;149;p26"/>
          <p:cNvSpPr txBox="1"/>
          <p:nvPr/>
        </p:nvSpPr>
        <p:spPr>
          <a:xfrm>
            <a:off x="384725" y="505250"/>
            <a:ext cx="3578700" cy="785100"/>
          </a:xfrm>
          <a:prstGeom prst="rect">
            <a:avLst/>
          </a:prstGeom>
          <a:noFill/>
          <a:ln>
            <a:noFill/>
          </a:ln>
        </p:spPr>
        <p:txBody>
          <a:bodyPr anchorCtr="0" anchor="t" bIns="0" lIns="0" spcFirstLastPara="1" rIns="0" wrap="square" tIns="15225">
            <a:spAutoFit/>
          </a:bodyPr>
          <a:lstStyle/>
          <a:p>
            <a:pPr indent="0" lvl="0" marL="12700" rtl="0" algn="l">
              <a:lnSpc>
                <a:spcPct val="100000"/>
              </a:lnSpc>
              <a:spcBef>
                <a:spcPts val="0"/>
              </a:spcBef>
              <a:spcAft>
                <a:spcPts val="0"/>
              </a:spcAft>
              <a:buNone/>
            </a:pPr>
            <a:r>
              <a:rPr lang="es" sz="2500"/>
              <a:t>Protocolos de impresión - Parte Física</a:t>
            </a:r>
            <a:endParaRPr sz="2500">
              <a:latin typeface="Arial"/>
              <a:ea typeface="Arial"/>
              <a:cs typeface="Arial"/>
              <a:sym typeface="Arial"/>
            </a:endParaRPr>
          </a:p>
        </p:txBody>
      </p:sp>
      <p:sp>
        <p:nvSpPr>
          <p:cNvPr id="150" name="Google Shape;150;p26"/>
          <p:cNvSpPr txBox="1"/>
          <p:nvPr>
            <p:ph type="title"/>
          </p:nvPr>
        </p:nvSpPr>
        <p:spPr>
          <a:xfrm>
            <a:off x="4972400" y="125631"/>
            <a:ext cx="4014600" cy="567000"/>
          </a:xfrm>
          <a:prstGeom prst="rect">
            <a:avLst/>
          </a:prstGeom>
          <a:noFill/>
          <a:ln>
            <a:noFill/>
          </a:ln>
        </p:spPr>
        <p:txBody>
          <a:bodyPr anchorCtr="0" anchor="t" bIns="0" lIns="0" spcFirstLastPara="1" rIns="0" wrap="square" tIns="12700">
            <a:spAutoFit/>
          </a:bodyPr>
          <a:lstStyle/>
          <a:p>
            <a:pPr indent="0" lvl="0" marL="0" marR="5080" rtl="0" algn="r">
              <a:lnSpc>
                <a:spcPct val="100000"/>
              </a:lnSpc>
              <a:spcBef>
                <a:spcPts val="0"/>
              </a:spcBef>
              <a:spcAft>
                <a:spcPts val="0"/>
              </a:spcAft>
              <a:buNone/>
            </a:pPr>
            <a:r>
              <a:rPr lang="es"/>
              <a:t>Administración de Sistemas Operativos</a:t>
            </a:r>
            <a:endParaRPr/>
          </a:p>
          <a:p>
            <a:pPr indent="0" lvl="0" marL="0" marR="5080" rtl="0" algn="r">
              <a:lnSpc>
                <a:spcPct val="100000"/>
              </a:lnSpc>
              <a:spcBef>
                <a:spcPts val="0"/>
              </a:spcBef>
              <a:spcAft>
                <a:spcPts val="0"/>
              </a:spcAft>
              <a:buNone/>
            </a:pPr>
            <a:r>
              <a:rPr lang="es"/>
              <a:t>UD5- Administración de impresoras</a:t>
            </a:r>
            <a:endParaRPr/>
          </a:p>
        </p:txBody>
      </p:sp>
      <p:sp>
        <p:nvSpPr>
          <p:cNvPr id="151" name="Google Shape;151;p26"/>
          <p:cNvSpPr txBox="1"/>
          <p:nvPr/>
        </p:nvSpPr>
        <p:spPr>
          <a:xfrm>
            <a:off x="312075" y="1485225"/>
            <a:ext cx="84015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1800">
                <a:solidFill>
                  <a:srgbClr val="595959"/>
                </a:solidFill>
              </a:rPr>
              <a:t>¿Con qué protocolo funcionan las impresoras 3D?</a:t>
            </a:r>
            <a:endParaRPr sz="1800">
              <a:solidFill>
                <a:srgbClr val="595959"/>
              </a:solidFill>
            </a:endParaRPr>
          </a:p>
        </p:txBody>
      </p:sp>
      <p:pic>
        <p:nvPicPr>
          <p:cNvPr id="152" name="Google Shape;152;p26"/>
          <p:cNvPicPr preferRelativeResize="0"/>
          <p:nvPr/>
        </p:nvPicPr>
        <p:blipFill>
          <a:blip r:embed="rId3">
            <a:alphaModFix/>
          </a:blip>
          <a:stretch>
            <a:fillRect/>
          </a:stretch>
        </p:blipFill>
        <p:spPr>
          <a:xfrm>
            <a:off x="3226950" y="1946925"/>
            <a:ext cx="2891776" cy="2891776"/>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156" name="Shape 156"/>
        <p:cNvGrpSpPr/>
        <p:nvPr/>
      </p:nvGrpSpPr>
      <p:grpSpPr>
        <a:xfrm>
          <a:off x="0" y="0"/>
          <a:ext cx="0" cy="0"/>
          <a:chOff x="0" y="0"/>
          <a:chExt cx="0" cy="0"/>
        </a:xfrm>
      </p:grpSpPr>
      <p:sp>
        <p:nvSpPr>
          <p:cNvPr id="157" name="Google Shape;157;p27"/>
          <p:cNvSpPr txBox="1"/>
          <p:nvPr/>
        </p:nvSpPr>
        <p:spPr>
          <a:xfrm>
            <a:off x="384725" y="505250"/>
            <a:ext cx="3578700" cy="400200"/>
          </a:xfrm>
          <a:prstGeom prst="rect">
            <a:avLst/>
          </a:prstGeom>
          <a:noFill/>
          <a:ln>
            <a:noFill/>
          </a:ln>
        </p:spPr>
        <p:txBody>
          <a:bodyPr anchorCtr="0" anchor="t" bIns="0" lIns="0" spcFirstLastPara="1" rIns="0" wrap="square" tIns="15225">
            <a:spAutoFit/>
          </a:bodyPr>
          <a:lstStyle/>
          <a:p>
            <a:pPr indent="0" lvl="0" marL="12700" rtl="0" algn="l">
              <a:lnSpc>
                <a:spcPct val="100000"/>
              </a:lnSpc>
              <a:spcBef>
                <a:spcPts val="0"/>
              </a:spcBef>
              <a:spcAft>
                <a:spcPts val="0"/>
              </a:spcAft>
              <a:buNone/>
            </a:pPr>
            <a:r>
              <a:rPr lang="es" sz="2500"/>
              <a:t>Actualidad</a:t>
            </a:r>
            <a:endParaRPr sz="2500">
              <a:latin typeface="Arial"/>
              <a:ea typeface="Arial"/>
              <a:cs typeface="Arial"/>
              <a:sym typeface="Arial"/>
            </a:endParaRPr>
          </a:p>
        </p:txBody>
      </p:sp>
      <p:sp>
        <p:nvSpPr>
          <p:cNvPr id="158" name="Google Shape;158;p27"/>
          <p:cNvSpPr txBox="1"/>
          <p:nvPr>
            <p:ph type="title"/>
          </p:nvPr>
        </p:nvSpPr>
        <p:spPr>
          <a:xfrm>
            <a:off x="4972400" y="125631"/>
            <a:ext cx="4014600" cy="567000"/>
          </a:xfrm>
          <a:prstGeom prst="rect">
            <a:avLst/>
          </a:prstGeom>
          <a:noFill/>
          <a:ln>
            <a:noFill/>
          </a:ln>
        </p:spPr>
        <p:txBody>
          <a:bodyPr anchorCtr="0" anchor="t" bIns="0" lIns="0" spcFirstLastPara="1" rIns="0" wrap="square" tIns="12700">
            <a:spAutoFit/>
          </a:bodyPr>
          <a:lstStyle/>
          <a:p>
            <a:pPr indent="0" lvl="0" marL="0" marR="5080" rtl="0" algn="r">
              <a:lnSpc>
                <a:spcPct val="100000"/>
              </a:lnSpc>
              <a:spcBef>
                <a:spcPts val="0"/>
              </a:spcBef>
              <a:spcAft>
                <a:spcPts val="0"/>
              </a:spcAft>
              <a:buNone/>
            </a:pPr>
            <a:r>
              <a:rPr lang="es"/>
              <a:t>Administración de Sistemas Operativos</a:t>
            </a:r>
            <a:endParaRPr/>
          </a:p>
          <a:p>
            <a:pPr indent="0" lvl="0" marL="0" marR="5080" rtl="0" algn="r">
              <a:lnSpc>
                <a:spcPct val="100000"/>
              </a:lnSpc>
              <a:spcBef>
                <a:spcPts val="0"/>
              </a:spcBef>
              <a:spcAft>
                <a:spcPts val="0"/>
              </a:spcAft>
              <a:buNone/>
            </a:pPr>
            <a:r>
              <a:rPr lang="es"/>
              <a:t>UD5- Administración de impresoras</a:t>
            </a:r>
            <a:endParaRPr/>
          </a:p>
        </p:txBody>
      </p:sp>
      <p:sp>
        <p:nvSpPr>
          <p:cNvPr id="159" name="Google Shape;159;p27"/>
          <p:cNvSpPr txBox="1"/>
          <p:nvPr/>
        </p:nvSpPr>
        <p:spPr>
          <a:xfrm>
            <a:off x="336575" y="971938"/>
            <a:ext cx="8401500" cy="738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1800">
                <a:solidFill>
                  <a:srgbClr val="595959"/>
                </a:solidFill>
              </a:rPr>
              <a:t>Pero… ¿Esto sirve para algo?</a:t>
            </a:r>
            <a:endParaRPr sz="1800">
              <a:solidFill>
                <a:srgbClr val="595959"/>
              </a:solidFill>
            </a:endParaRPr>
          </a:p>
          <a:p>
            <a:pPr indent="0" lvl="0" marL="0" rtl="0" algn="l">
              <a:spcBef>
                <a:spcPts val="0"/>
              </a:spcBef>
              <a:spcAft>
                <a:spcPts val="0"/>
              </a:spcAft>
              <a:buNone/>
            </a:pPr>
            <a:r>
              <a:rPr lang="es" sz="1800">
                <a:solidFill>
                  <a:srgbClr val="595959"/>
                </a:solidFill>
              </a:rPr>
              <a:t>Parece ser que hay gente que lo compra</a:t>
            </a:r>
            <a:endParaRPr sz="1800">
              <a:solidFill>
                <a:srgbClr val="595959"/>
              </a:solidFill>
            </a:endParaRPr>
          </a:p>
        </p:txBody>
      </p:sp>
      <p:pic>
        <p:nvPicPr>
          <p:cNvPr id="160" name="Google Shape;160;p27"/>
          <p:cNvPicPr preferRelativeResize="0"/>
          <p:nvPr/>
        </p:nvPicPr>
        <p:blipFill>
          <a:blip r:embed="rId3">
            <a:alphaModFix/>
          </a:blip>
          <a:stretch>
            <a:fillRect/>
          </a:stretch>
        </p:blipFill>
        <p:spPr>
          <a:xfrm>
            <a:off x="83100" y="1777325"/>
            <a:ext cx="4729550" cy="2610550"/>
          </a:xfrm>
          <a:prstGeom prst="rect">
            <a:avLst/>
          </a:prstGeom>
          <a:noFill/>
          <a:ln>
            <a:noFill/>
          </a:ln>
        </p:spPr>
      </p:pic>
      <p:pic>
        <p:nvPicPr>
          <p:cNvPr id="161" name="Google Shape;161;p27"/>
          <p:cNvPicPr preferRelativeResize="0"/>
          <p:nvPr/>
        </p:nvPicPr>
        <p:blipFill>
          <a:blip r:embed="rId4">
            <a:alphaModFix/>
          </a:blip>
          <a:stretch>
            <a:fillRect/>
          </a:stretch>
        </p:blipFill>
        <p:spPr>
          <a:xfrm>
            <a:off x="5051725" y="2187650"/>
            <a:ext cx="4026551" cy="1863248"/>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165" name="Shape 165"/>
        <p:cNvGrpSpPr/>
        <p:nvPr/>
      </p:nvGrpSpPr>
      <p:grpSpPr>
        <a:xfrm>
          <a:off x="0" y="0"/>
          <a:ext cx="0" cy="0"/>
          <a:chOff x="0" y="0"/>
          <a:chExt cx="0" cy="0"/>
        </a:xfrm>
      </p:grpSpPr>
      <p:sp>
        <p:nvSpPr>
          <p:cNvPr id="166" name="Google Shape;166;p28"/>
          <p:cNvSpPr txBox="1"/>
          <p:nvPr/>
        </p:nvSpPr>
        <p:spPr>
          <a:xfrm>
            <a:off x="384725" y="505250"/>
            <a:ext cx="3578700" cy="400200"/>
          </a:xfrm>
          <a:prstGeom prst="rect">
            <a:avLst/>
          </a:prstGeom>
          <a:noFill/>
          <a:ln>
            <a:noFill/>
          </a:ln>
        </p:spPr>
        <p:txBody>
          <a:bodyPr anchorCtr="0" anchor="t" bIns="0" lIns="0" spcFirstLastPara="1" rIns="0" wrap="square" tIns="15225">
            <a:spAutoFit/>
          </a:bodyPr>
          <a:lstStyle/>
          <a:p>
            <a:pPr indent="0" lvl="0" marL="12700" rtl="0" algn="l">
              <a:lnSpc>
                <a:spcPct val="100000"/>
              </a:lnSpc>
              <a:spcBef>
                <a:spcPts val="0"/>
              </a:spcBef>
              <a:spcAft>
                <a:spcPts val="0"/>
              </a:spcAft>
              <a:buNone/>
            </a:pPr>
            <a:r>
              <a:rPr lang="es" sz="2500"/>
              <a:t>Actualidad</a:t>
            </a:r>
            <a:endParaRPr sz="2500">
              <a:latin typeface="Arial"/>
              <a:ea typeface="Arial"/>
              <a:cs typeface="Arial"/>
              <a:sym typeface="Arial"/>
            </a:endParaRPr>
          </a:p>
        </p:txBody>
      </p:sp>
      <p:sp>
        <p:nvSpPr>
          <p:cNvPr id="167" name="Google Shape;167;p28"/>
          <p:cNvSpPr txBox="1"/>
          <p:nvPr>
            <p:ph type="title"/>
          </p:nvPr>
        </p:nvSpPr>
        <p:spPr>
          <a:xfrm>
            <a:off x="4972400" y="125631"/>
            <a:ext cx="4014600" cy="567000"/>
          </a:xfrm>
          <a:prstGeom prst="rect">
            <a:avLst/>
          </a:prstGeom>
          <a:noFill/>
          <a:ln>
            <a:noFill/>
          </a:ln>
        </p:spPr>
        <p:txBody>
          <a:bodyPr anchorCtr="0" anchor="t" bIns="0" lIns="0" spcFirstLastPara="1" rIns="0" wrap="square" tIns="12700">
            <a:spAutoFit/>
          </a:bodyPr>
          <a:lstStyle/>
          <a:p>
            <a:pPr indent="0" lvl="0" marL="0" marR="5080" rtl="0" algn="r">
              <a:lnSpc>
                <a:spcPct val="100000"/>
              </a:lnSpc>
              <a:spcBef>
                <a:spcPts val="0"/>
              </a:spcBef>
              <a:spcAft>
                <a:spcPts val="0"/>
              </a:spcAft>
              <a:buNone/>
            </a:pPr>
            <a:r>
              <a:rPr lang="es"/>
              <a:t>Administración de Sistemas Operativos</a:t>
            </a:r>
            <a:endParaRPr/>
          </a:p>
          <a:p>
            <a:pPr indent="0" lvl="0" marL="0" marR="5080" rtl="0" algn="r">
              <a:lnSpc>
                <a:spcPct val="100000"/>
              </a:lnSpc>
              <a:spcBef>
                <a:spcPts val="0"/>
              </a:spcBef>
              <a:spcAft>
                <a:spcPts val="0"/>
              </a:spcAft>
              <a:buNone/>
            </a:pPr>
            <a:r>
              <a:rPr lang="es"/>
              <a:t>UD5- Administración de impresoras</a:t>
            </a:r>
            <a:endParaRPr/>
          </a:p>
        </p:txBody>
      </p:sp>
      <p:sp>
        <p:nvSpPr>
          <p:cNvPr id="168" name="Google Shape;168;p28"/>
          <p:cNvSpPr txBox="1"/>
          <p:nvPr/>
        </p:nvSpPr>
        <p:spPr>
          <a:xfrm>
            <a:off x="319225" y="937275"/>
            <a:ext cx="84015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1800">
                <a:solidFill>
                  <a:srgbClr val="595959"/>
                </a:solidFill>
              </a:rPr>
              <a:t>Versión Cloud incluida</a:t>
            </a:r>
            <a:endParaRPr sz="1800">
              <a:solidFill>
                <a:srgbClr val="595959"/>
              </a:solidFill>
            </a:endParaRPr>
          </a:p>
        </p:txBody>
      </p:sp>
      <p:pic>
        <p:nvPicPr>
          <p:cNvPr id="169" name="Google Shape;169;p28"/>
          <p:cNvPicPr preferRelativeResize="0"/>
          <p:nvPr/>
        </p:nvPicPr>
        <p:blipFill>
          <a:blip r:embed="rId3">
            <a:alphaModFix/>
          </a:blip>
          <a:stretch>
            <a:fillRect/>
          </a:stretch>
        </p:blipFill>
        <p:spPr>
          <a:xfrm>
            <a:off x="2302275" y="1643638"/>
            <a:ext cx="3771965" cy="3127863"/>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173" name="Shape 173"/>
        <p:cNvGrpSpPr/>
        <p:nvPr/>
      </p:nvGrpSpPr>
      <p:grpSpPr>
        <a:xfrm>
          <a:off x="0" y="0"/>
          <a:ext cx="0" cy="0"/>
          <a:chOff x="0" y="0"/>
          <a:chExt cx="0" cy="0"/>
        </a:xfrm>
      </p:grpSpPr>
      <p:sp>
        <p:nvSpPr>
          <p:cNvPr id="174" name="Google Shape;174;p29"/>
          <p:cNvSpPr txBox="1"/>
          <p:nvPr/>
        </p:nvSpPr>
        <p:spPr>
          <a:xfrm>
            <a:off x="384725" y="505250"/>
            <a:ext cx="3578700" cy="400200"/>
          </a:xfrm>
          <a:prstGeom prst="rect">
            <a:avLst/>
          </a:prstGeom>
          <a:noFill/>
          <a:ln>
            <a:noFill/>
          </a:ln>
        </p:spPr>
        <p:txBody>
          <a:bodyPr anchorCtr="0" anchor="t" bIns="0" lIns="0" spcFirstLastPara="1" rIns="0" wrap="square" tIns="15225">
            <a:spAutoFit/>
          </a:bodyPr>
          <a:lstStyle/>
          <a:p>
            <a:pPr indent="0" lvl="0" marL="12700" rtl="0" algn="l">
              <a:lnSpc>
                <a:spcPct val="100000"/>
              </a:lnSpc>
              <a:spcBef>
                <a:spcPts val="0"/>
              </a:spcBef>
              <a:spcAft>
                <a:spcPts val="0"/>
              </a:spcAft>
              <a:buNone/>
            </a:pPr>
            <a:r>
              <a:rPr lang="es" sz="2500"/>
              <a:t>Actualidad</a:t>
            </a:r>
            <a:endParaRPr sz="2500">
              <a:latin typeface="Arial"/>
              <a:ea typeface="Arial"/>
              <a:cs typeface="Arial"/>
              <a:sym typeface="Arial"/>
            </a:endParaRPr>
          </a:p>
        </p:txBody>
      </p:sp>
      <p:sp>
        <p:nvSpPr>
          <p:cNvPr id="175" name="Google Shape;175;p29"/>
          <p:cNvSpPr txBox="1"/>
          <p:nvPr>
            <p:ph type="title"/>
          </p:nvPr>
        </p:nvSpPr>
        <p:spPr>
          <a:xfrm>
            <a:off x="4972400" y="125631"/>
            <a:ext cx="4014600" cy="567000"/>
          </a:xfrm>
          <a:prstGeom prst="rect">
            <a:avLst/>
          </a:prstGeom>
          <a:noFill/>
          <a:ln>
            <a:noFill/>
          </a:ln>
        </p:spPr>
        <p:txBody>
          <a:bodyPr anchorCtr="0" anchor="t" bIns="0" lIns="0" spcFirstLastPara="1" rIns="0" wrap="square" tIns="12700">
            <a:spAutoFit/>
          </a:bodyPr>
          <a:lstStyle/>
          <a:p>
            <a:pPr indent="0" lvl="0" marL="0" marR="5080" rtl="0" algn="r">
              <a:lnSpc>
                <a:spcPct val="100000"/>
              </a:lnSpc>
              <a:spcBef>
                <a:spcPts val="0"/>
              </a:spcBef>
              <a:spcAft>
                <a:spcPts val="0"/>
              </a:spcAft>
              <a:buNone/>
            </a:pPr>
            <a:r>
              <a:rPr lang="es"/>
              <a:t>Administración de Sistemas Operativos</a:t>
            </a:r>
            <a:endParaRPr/>
          </a:p>
          <a:p>
            <a:pPr indent="0" lvl="0" marL="0" marR="5080" rtl="0" algn="r">
              <a:lnSpc>
                <a:spcPct val="100000"/>
              </a:lnSpc>
              <a:spcBef>
                <a:spcPts val="0"/>
              </a:spcBef>
              <a:spcAft>
                <a:spcPts val="0"/>
              </a:spcAft>
              <a:buNone/>
            </a:pPr>
            <a:r>
              <a:rPr lang="es"/>
              <a:t>UD5- Administración de impresoras</a:t>
            </a:r>
            <a:endParaRPr/>
          </a:p>
        </p:txBody>
      </p:sp>
      <p:sp>
        <p:nvSpPr>
          <p:cNvPr id="176" name="Google Shape;176;p29"/>
          <p:cNvSpPr txBox="1"/>
          <p:nvPr/>
        </p:nvSpPr>
        <p:spPr>
          <a:xfrm>
            <a:off x="371250" y="1290350"/>
            <a:ext cx="8401500" cy="1847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1800">
                <a:solidFill>
                  <a:srgbClr val="595959"/>
                </a:solidFill>
              </a:rPr>
              <a:t>Escoge un servidor de impresión comercial (Personal o a nivel de compañía):</a:t>
            </a:r>
            <a:br>
              <a:rPr lang="es" sz="1800">
                <a:solidFill>
                  <a:srgbClr val="595959"/>
                </a:solidFill>
              </a:rPr>
            </a:br>
            <a:endParaRPr sz="1800">
              <a:solidFill>
                <a:srgbClr val="595959"/>
              </a:solidFill>
            </a:endParaRPr>
          </a:p>
          <a:p>
            <a:pPr indent="-342900" lvl="0" marL="457200" rtl="0" algn="l">
              <a:spcBef>
                <a:spcPts val="0"/>
              </a:spcBef>
              <a:spcAft>
                <a:spcPts val="0"/>
              </a:spcAft>
              <a:buClr>
                <a:srgbClr val="595959"/>
              </a:buClr>
              <a:buSzPts val="1800"/>
              <a:buChar char="-"/>
            </a:pPr>
            <a:r>
              <a:rPr lang="es" sz="1800">
                <a:solidFill>
                  <a:srgbClr val="595959"/>
                </a:solidFill>
              </a:rPr>
              <a:t>Explica cómo crees que funciona </a:t>
            </a:r>
            <a:endParaRPr sz="1800">
              <a:solidFill>
                <a:srgbClr val="595959"/>
              </a:solidFill>
            </a:endParaRPr>
          </a:p>
          <a:p>
            <a:pPr indent="-342900" lvl="0" marL="457200" rtl="0" algn="l">
              <a:spcBef>
                <a:spcPts val="0"/>
              </a:spcBef>
              <a:spcAft>
                <a:spcPts val="0"/>
              </a:spcAft>
              <a:buClr>
                <a:srgbClr val="595959"/>
              </a:buClr>
              <a:buSzPts val="1800"/>
              <a:buChar char="-"/>
            </a:pPr>
            <a:r>
              <a:rPr lang="es" sz="1800">
                <a:solidFill>
                  <a:srgbClr val="595959"/>
                </a:solidFill>
              </a:rPr>
              <a:t>Qué ventajas aporta esto vs montar un servidor en tu casa</a:t>
            </a:r>
            <a:endParaRPr sz="1800">
              <a:solidFill>
                <a:srgbClr val="595959"/>
              </a:solidFill>
            </a:endParaRPr>
          </a:p>
          <a:p>
            <a:pPr indent="-342900" lvl="0" marL="457200" rtl="0" algn="l">
              <a:spcBef>
                <a:spcPts val="0"/>
              </a:spcBef>
              <a:spcAft>
                <a:spcPts val="0"/>
              </a:spcAft>
              <a:buClr>
                <a:srgbClr val="595959"/>
              </a:buClr>
              <a:buSzPts val="1800"/>
              <a:buChar char="-"/>
            </a:pPr>
            <a:r>
              <a:rPr lang="es" sz="1800">
                <a:solidFill>
                  <a:srgbClr val="595959"/>
                </a:solidFill>
              </a:rPr>
              <a:t>¿Se sigue utilizando realmente?</a:t>
            </a:r>
            <a:endParaRPr sz="1800">
              <a:solidFill>
                <a:srgbClr val="595959"/>
              </a:solidFill>
            </a:endParaRPr>
          </a:p>
          <a:p>
            <a:pPr indent="0" lvl="0" marL="0" rtl="0" algn="l">
              <a:spcBef>
                <a:spcPts val="0"/>
              </a:spcBef>
              <a:spcAft>
                <a:spcPts val="0"/>
              </a:spcAft>
              <a:buNone/>
            </a:pPr>
            <a:r>
              <a:t/>
            </a:r>
            <a:endParaRPr sz="1800">
              <a:solidFill>
                <a:srgbClr val="595959"/>
              </a:solidFill>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180" name="Shape 180"/>
        <p:cNvGrpSpPr/>
        <p:nvPr/>
      </p:nvGrpSpPr>
      <p:grpSpPr>
        <a:xfrm>
          <a:off x="0" y="0"/>
          <a:ext cx="0" cy="0"/>
          <a:chOff x="0" y="0"/>
          <a:chExt cx="0" cy="0"/>
        </a:xfrm>
      </p:grpSpPr>
      <p:sp>
        <p:nvSpPr>
          <p:cNvPr id="181" name="Google Shape;181;p30"/>
          <p:cNvSpPr txBox="1"/>
          <p:nvPr/>
        </p:nvSpPr>
        <p:spPr>
          <a:xfrm>
            <a:off x="384725" y="505250"/>
            <a:ext cx="3578700" cy="400200"/>
          </a:xfrm>
          <a:prstGeom prst="rect">
            <a:avLst/>
          </a:prstGeom>
          <a:noFill/>
          <a:ln>
            <a:noFill/>
          </a:ln>
        </p:spPr>
        <p:txBody>
          <a:bodyPr anchorCtr="0" anchor="t" bIns="0" lIns="0" spcFirstLastPara="1" rIns="0" wrap="square" tIns="15225">
            <a:spAutoFit/>
          </a:bodyPr>
          <a:lstStyle/>
          <a:p>
            <a:pPr indent="0" lvl="0" marL="12700" rtl="0" algn="l">
              <a:lnSpc>
                <a:spcPct val="100000"/>
              </a:lnSpc>
              <a:spcBef>
                <a:spcPts val="0"/>
              </a:spcBef>
              <a:spcAft>
                <a:spcPts val="0"/>
              </a:spcAft>
              <a:buNone/>
            </a:pPr>
            <a:r>
              <a:rPr lang="es" sz="2500"/>
              <a:t>Administración en linux</a:t>
            </a:r>
            <a:endParaRPr sz="2500">
              <a:latin typeface="Arial"/>
              <a:ea typeface="Arial"/>
              <a:cs typeface="Arial"/>
              <a:sym typeface="Arial"/>
            </a:endParaRPr>
          </a:p>
        </p:txBody>
      </p:sp>
      <p:sp>
        <p:nvSpPr>
          <p:cNvPr id="182" name="Google Shape;182;p30"/>
          <p:cNvSpPr txBox="1"/>
          <p:nvPr>
            <p:ph type="title"/>
          </p:nvPr>
        </p:nvSpPr>
        <p:spPr>
          <a:xfrm>
            <a:off x="4972400" y="125631"/>
            <a:ext cx="4014600" cy="567000"/>
          </a:xfrm>
          <a:prstGeom prst="rect">
            <a:avLst/>
          </a:prstGeom>
          <a:noFill/>
          <a:ln>
            <a:noFill/>
          </a:ln>
        </p:spPr>
        <p:txBody>
          <a:bodyPr anchorCtr="0" anchor="t" bIns="0" lIns="0" spcFirstLastPara="1" rIns="0" wrap="square" tIns="12700">
            <a:spAutoFit/>
          </a:bodyPr>
          <a:lstStyle/>
          <a:p>
            <a:pPr indent="0" lvl="0" marL="0" marR="5080" rtl="0" algn="r">
              <a:lnSpc>
                <a:spcPct val="100000"/>
              </a:lnSpc>
              <a:spcBef>
                <a:spcPts val="0"/>
              </a:spcBef>
              <a:spcAft>
                <a:spcPts val="0"/>
              </a:spcAft>
              <a:buNone/>
            </a:pPr>
            <a:r>
              <a:rPr lang="es"/>
              <a:t>Administración de Sistemas Operativos</a:t>
            </a:r>
            <a:endParaRPr/>
          </a:p>
          <a:p>
            <a:pPr indent="0" lvl="0" marL="0" marR="5080" rtl="0" algn="r">
              <a:lnSpc>
                <a:spcPct val="100000"/>
              </a:lnSpc>
              <a:spcBef>
                <a:spcPts val="0"/>
              </a:spcBef>
              <a:spcAft>
                <a:spcPts val="0"/>
              </a:spcAft>
              <a:buNone/>
            </a:pPr>
            <a:r>
              <a:rPr lang="es"/>
              <a:t>UD5- Administración de impresoras</a:t>
            </a:r>
            <a:endParaRPr/>
          </a:p>
        </p:txBody>
      </p:sp>
      <p:sp>
        <p:nvSpPr>
          <p:cNvPr id="183" name="Google Shape;183;p30"/>
          <p:cNvSpPr txBox="1"/>
          <p:nvPr/>
        </p:nvSpPr>
        <p:spPr>
          <a:xfrm>
            <a:off x="2269775" y="954625"/>
            <a:ext cx="6764400" cy="4617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1800">
                <a:solidFill>
                  <a:srgbClr val="595959"/>
                </a:solidFill>
              </a:rPr>
              <a:t>CUPS (Common UNIX Printing System) es el sistema de impresión estándar en Linux (y también en macOS). Se encarga de gestionar impresoras, colas de impresión y trabajos, actuando como intermediario entre las aplicaciones y el hardware de impresión.</a:t>
            </a:r>
            <a:endParaRPr sz="1800">
              <a:solidFill>
                <a:srgbClr val="595959"/>
              </a:solidFill>
            </a:endParaRPr>
          </a:p>
          <a:p>
            <a:pPr indent="0" lvl="0" marL="0" rtl="0" algn="l">
              <a:spcBef>
                <a:spcPts val="0"/>
              </a:spcBef>
              <a:spcAft>
                <a:spcPts val="0"/>
              </a:spcAft>
              <a:buNone/>
            </a:pPr>
            <a:r>
              <a:t/>
            </a:r>
            <a:endParaRPr sz="1800">
              <a:solidFill>
                <a:srgbClr val="595959"/>
              </a:solidFill>
            </a:endParaRPr>
          </a:p>
          <a:p>
            <a:pPr indent="0" lvl="0" marL="0" rtl="0" algn="l">
              <a:spcBef>
                <a:spcPts val="0"/>
              </a:spcBef>
              <a:spcAft>
                <a:spcPts val="0"/>
              </a:spcAft>
              <a:buClr>
                <a:schemeClr val="dk1"/>
              </a:buClr>
              <a:buSzPts val="1100"/>
              <a:buFont typeface="Arial"/>
              <a:buNone/>
            </a:pPr>
            <a:r>
              <a:rPr lang="es" sz="1800">
                <a:solidFill>
                  <a:srgbClr val="595959"/>
                </a:solidFill>
              </a:rPr>
              <a:t>CUPS es un servidor de impresión que:</a:t>
            </a:r>
            <a:endParaRPr sz="1800">
              <a:solidFill>
                <a:srgbClr val="595959"/>
              </a:solidFill>
            </a:endParaRPr>
          </a:p>
          <a:p>
            <a:pPr indent="0" lvl="0" marL="0" rtl="0" algn="l">
              <a:spcBef>
                <a:spcPts val="0"/>
              </a:spcBef>
              <a:spcAft>
                <a:spcPts val="0"/>
              </a:spcAft>
              <a:buClr>
                <a:schemeClr val="dk1"/>
              </a:buClr>
              <a:buSzPts val="1100"/>
              <a:buFont typeface="Arial"/>
              <a:buNone/>
            </a:pPr>
            <a:r>
              <a:t/>
            </a:r>
            <a:endParaRPr sz="1800">
              <a:solidFill>
                <a:srgbClr val="595959"/>
              </a:solidFill>
            </a:endParaRPr>
          </a:p>
          <a:p>
            <a:pPr indent="-342900" lvl="0" marL="457200" rtl="0" algn="l">
              <a:spcBef>
                <a:spcPts val="0"/>
              </a:spcBef>
              <a:spcAft>
                <a:spcPts val="0"/>
              </a:spcAft>
              <a:buClr>
                <a:srgbClr val="595959"/>
              </a:buClr>
              <a:buSzPts val="1800"/>
              <a:buAutoNum type="arabicPeriod"/>
            </a:pPr>
            <a:r>
              <a:rPr lang="es" sz="1800">
                <a:solidFill>
                  <a:srgbClr val="595959"/>
                </a:solidFill>
              </a:rPr>
              <a:t>Recibe trabajos de impresión de aplicaciones</a:t>
            </a:r>
            <a:endParaRPr sz="1800">
              <a:solidFill>
                <a:srgbClr val="595959"/>
              </a:solidFill>
            </a:endParaRPr>
          </a:p>
          <a:p>
            <a:pPr indent="-342900" lvl="0" marL="457200" rtl="0" algn="l">
              <a:spcBef>
                <a:spcPts val="0"/>
              </a:spcBef>
              <a:spcAft>
                <a:spcPts val="0"/>
              </a:spcAft>
              <a:buClr>
                <a:srgbClr val="595959"/>
              </a:buClr>
              <a:buSzPts val="1800"/>
              <a:buAutoNum type="arabicPeriod"/>
            </a:pPr>
            <a:r>
              <a:rPr lang="es" sz="1800">
                <a:solidFill>
                  <a:srgbClr val="595959"/>
                </a:solidFill>
              </a:rPr>
              <a:t>Los convierte al formato que la impresora entiende</a:t>
            </a:r>
            <a:endParaRPr sz="1800">
              <a:solidFill>
                <a:srgbClr val="595959"/>
              </a:solidFill>
            </a:endParaRPr>
          </a:p>
          <a:p>
            <a:pPr indent="-342900" lvl="0" marL="457200" rtl="0" algn="l">
              <a:spcBef>
                <a:spcPts val="0"/>
              </a:spcBef>
              <a:spcAft>
                <a:spcPts val="0"/>
              </a:spcAft>
              <a:buClr>
                <a:srgbClr val="595959"/>
              </a:buClr>
              <a:buSzPts val="1800"/>
              <a:buAutoNum type="arabicPeriod"/>
            </a:pPr>
            <a:r>
              <a:rPr lang="es" sz="1800">
                <a:solidFill>
                  <a:srgbClr val="595959"/>
                </a:solidFill>
              </a:rPr>
              <a:t>Los envía a la impresora correcta</a:t>
            </a:r>
            <a:endParaRPr sz="1800">
              <a:solidFill>
                <a:srgbClr val="595959"/>
              </a:solidFill>
            </a:endParaRPr>
          </a:p>
          <a:p>
            <a:pPr indent="-342900" lvl="0" marL="457200" rtl="0" algn="l">
              <a:spcBef>
                <a:spcPts val="0"/>
              </a:spcBef>
              <a:spcAft>
                <a:spcPts val="0"/>
              </a:spcAft>
              <a:buClr>
                <a:srgbClr val="595959"/>
              </a:buClr>
              <a:buSzPts val="1800"/>
              <a:buAutoNum type="arabicPeriod"/>
            </a:pPr>
            <a:r>
              <a:rPr lang="es" sz="1800">
                <a:solidFill>
                  <a:srgbClr val="595959"/>
                </a:solidFill>
              </a:rPr>
              <a:t>Permite compartir impresoras en red</a:t>
            </a:r>
            <a:endParaRPr sz="1800">
              <a:solidFill>
                <a:srgbClr val="595959"/>
              </a:solidFill>
            </a:endParaRPr>
          </a:p>
          <a:p>
            <a:pPr indent="-342900" lvl="0" marL="457200" rtl="0" algn="l">
              <a:spcBef>
                <a:spcPts val="0"/>
              </a:spcBef>
              <a:spcAft>
                <a:spcPts val="0"/>
              </a:spcAft>
              <a:buClr>
                <a:srgbClr val="595959"/>
              </a:buClr>
              <a:buSzPts val="1800"/>
              <a:buAutoNum type="arabicPeriod"/>
            </a:pPr>
            <a:r>
              <a:rPr lang="es" sz="1800">
                <a:solidFill>
                  <a:srgbClr val="595959"/>
                </a:solidFill>
              </a:rPr>
              <a:t>Funciona usando IPP (Internet Printing Protocol), un estándar moderno y flexible.</a:t>
            </a:r>
            <a:endParaRPr sz="1800">
              <a:solidFill>
                <a:srgbClr val="595959"/>
              </a:solidFill>
            </a:endParaRPr>
          </a:p>
          <a:p>
            <a:pPr indent="0" lvl="0" marL="0" rtl="0" algn="l">
              <a:spcBef>
                <a:spcPts val="0"/>
              </a:spcBef>
              <a:spcAft>
                <a:spcPts val="0"/>
              </a:spcAft>
              <a:buNone/>
            </a:pPr>
            <a:r>
              <a:t/>
            </a:r>
            <a:endParaRPr sz="1800">
              <a:solidFill>
                <a:srgbClr val="595959"/>
              </a:solidFill>
            </a:endParaRPr>
          </a:p>
          <a:p>
            <a:pPr indent="0" lvl="0" marL="0" rtl="0" algn="l">
              <a:spcBef>
                <a:spcPts val="0"/>
              </a:spcBef>
              <a:spcAft>
                <a:spcPts val="0"/>
              </a:spcAft>
              <a:buNone/>
            </a:pPr>
            <a:r>
              <a:t/>
            </a:r>
            <a:endParaRPr sz="1800">
              <a:solidFill>
                <a:srgbClr val="595959"/>
              </a:solidFill>
            </a:endParaRPr>
          </a:p>
        </p:txBody>
      </p:sp>
      <p:pic>
        <p:nvPicPr>
          <p:cNvPr id="184" name="Google Shape;184;p30"/>
          <p:cNvPicPr preferRelativeResize="0"/>
          <p:nvPr/>
        </p:nvPicPr>
        <p:blipFill>
          <a:blip r:embed="rId3">
            <a:alphaModFix/>
          </a:blip>
          <a:stretch>
            <a:fillRect/>
          </a:stretch>
        </p:blipFill>
        <p:spPr>
          <a:xfrm>
            <a:off x="632852" y="1074925"/>
            <a:ext cx="1109875" cy="3236350"/>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188" name="Shape 188"/>
        <p:cNvGrpSpPr/>
        <p:nvPr/>
      </p:nvGrpSpPr>
      <p:grpSpPr>
        <a:xfrm>
          <a:off x="0" y="0"/>
          <a:ext cx="0" cy="0"/>
          <a:chOff x="0" y="0"/>
          <a:chExt cx="0" cy="0"/>
        </a:xfrm>
      </p:grpSpPr>
      <p:sp>
        <p:nvSpPr>
          <p:cNvPr id="189" name="Google Shape;189;p31"/>
          <p:cNvSpPr txBox="1"/>
          <p:nvPr/>
        </p:nvSpPr>
        <p:spPr>
          <a:xfrm>
            <a:off x="384725" y="505250"/>
            <a:ext cx="3578700" cy="400200"/>
          </a:xfrm>
          <a:prstGeom prst="rect">
            <a:avLst/>
          </a:prstGeom>
          <a:noFill/>
          <a:ln>
            <a:noFill/>
          </a:ln>
        </p:spPr>
        <p:txBody>
          <a:bodyPr anchorCtr="0" anchor="t" bIns="0" lIns="0" spcFirstLastPara="1" rIns="0" wrap="square" tIns="15225">
            <a:spAutoFit/>
          </a:bodyPr>
          <a:lstStyle/>
          <a:p>
            <a:pPr indent="0" lvl="0" marL="12700" rtl="0" algn="l">
              <a:lnSpc>
                <a:spcPct val="100000"/>
              </a:lnSpc>
              <a:spcBef>
                <a:spcPts val="0"/>
              </a:spcBef>
              <a:spcAft>
                <a:spcPts val="0"/>
              </a:spcAft>
              <a:buNone/>
            </a:pPr>
            <a:r>
              <a:rPr lang="es" sz="2500"/>
              <a:t>Administración en linux</a:t>
            </a:r>
            <a:endParaRPr sz="2500">
              <a:latin typeface="Arial"/>
              <a:ea typeface="Arial"/>
              <a:cs typeface="Arial"/>
              <a:sym typeface="Arial"/>
            </a:endParaRPr>
          </a:p>
        </p:txBody>
      </p:sp>
      <p:sp>
        <p:nvSpPr>
          <p:cNvPr id="190" name="Google Shape;190;p31"/>
          <p:cNvSpPr txBox="1"/>
          <p:nvPr>
            <p:ph type="title"/>
          </p:nvPr>
        </p:nvSpPr>
        <p:spPr>
          <a:xfrm>
            <a:off x="4972400" y="125631"/>
            <a:ext cx="4014600" cy="567000"/>
          </a:xfrm>
          <a:prstGeom prst="rect">
            <a:avLst/>
          </a:prstGeom>
          <a:noFill/>
          <a:ln>
            <a:noFill/>
          </a:ln>
        </p:spPr>
        <p:txBody>
          <a:bodyPr anchorCtr="0" anchor="t" bIns="0" lIns="0" spcFirstLastPara="1" rIns="0" wrap="square" tIns="12700">
            <a:spAutoFit/>
          </a:bodyPr>
          <a:lstStyle/>
          <a:p>
            <a:pPr indent="0" lvl="0" marL="0" marR="5080" rtl="0" algn="r">
              <a:lnSpc>
                <a:spcPct val="100000"/>
              </a:lnSpc>
              <a:spcBef>
                <a:spcPts val="0"/>
              </a:spcBef>
              <a:spcAft>
                <a:spcPts val="0"/>
              </a:spcAft>
              <a:buNone/>
            </a:pPr>
            <a:r>
              <a:rPr lang="es"/>
              <a:t>Administración de Sistemas Operativos</a:t>
            </a:r>
            <a:endParaRPr/>
          </a:p>
          <a:p>
            <a:pPr indent="0" lvl="0" marL="0" marR="5080" rtl="0" algn="r">
              <a:lnSpc>
                <a:spcPct val="100000"/>
              </a:lnSpc>
              <a:spcBef>
                <a:spcPts val="0"/>
              </a:spcBef>
              <a:spcAft>
                <a:spcPts val="0"/>
              </a:spcAft>
              <a:buNone/>
            </a:pPr>
            <a:r>
              <a:rPr lang="es"/>
              <a:t>UD5- Administración de impresoras</a:t>
            </a:r>
            <a:endParaRPr/>
          </a:p>
        </p:txBody>
      </p:sp>
      <p:sp>
        <p:nvSpPr>
          <p:cNvPr id="191" name="Google Shape;191;p31"/>
          <p:cNvSpPr txBox="1"/>
          <p:nvPr/>
        </p:nvSpPr>
        <p:spPr>
          <a:xfrm>
            <a:off x="2269775" y="954625"/>
            <a:ext cx="6764400" cy="4340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1800">
                <a:solidFill>
                  <a:srgbClr val="595959"/>
                </a:solidFill>
              </a:rPr>
              <a:t>lp / lpr : Ambos comandos envían trabajos a la impresora. Comparten sintaxis y algunas opciones.</a:t>
            </a:r>
            <a:endParaRPr sz="1800">
              <a:solidFill>
                <a:srgbClr val="595959"/>
              </a:solidFill>
            </a:endParaRPr>
          </a:p>
          <a:p>
            <a:pPr indent="0" lvl="0" marL="0" rtl="0" algn="l">
              <a:spcBef>
                <a:spcPts val="0"/>
              </a:spcBef>
              <a:spcAft>
                <a:spcPts val="0"/>
              </a:spcAft>
              <a:buNone/>
            </a:pPr>
            <a:r>
              <a:t/>
            </a:r>
            <a:endParaRPr sz="1800">
              <a:solidFill>
                <a:srgbClr val="595959"/>
              </a:solidFill>
            </a:endParaRPr>
          </a:p>
          <a:p>
            <a:pPr indent="0" lvl="0" marL="0" rtl="0" algn="l">
              <a:spcBef>
                <a:spcPts val="0"/>
              </a:spcBef>
              <a:spcAft>
                <a:spcPts val="0"/>
              </a:spcAft>
              <a:buClr>
                <a:schemeClr val="dk1"/>
              </a:buClr>
              <a:buSzPts val="1100"/>
              <a:buFont typeface="Arial"/>
              <a:buNone/>
            </a:pPr>
            <a:r>
              <a:rPr lang="es" sz="1800">
                <a:solidFill>
                  <a:srgbClr val="595959"/>
                </a:solidFill>
              </a:rPr>
              <a:t>Opciones lp:</a:t>
            </a:r>
            <a:endParaRPr sz="1800">
              <a:solidFill>
                <a:srgbClr val="595959"/>
              </a:solidFill>
            </a:endParaRPr>
          </a:p>
          <a:p>
            <a:pPr indent="0" lvl="0" marL="0" rtl="0" algn="l">
              <a:spcBef>
                <a:spcPts val="0"/>
              </a:spcBef>
              <a:spcAft>
                <a:spcPts val="0"/>
              </a:spcAft>
              <a:buClr>
                <a:schemeClr val="dk1"/>
              </a:buClr>
              <a:buSzPts val="1100"/>
              <a:buFont typeface="Arial"/>
              <a:buNone/>
            </a:pPr>
            <a:r>
              <a:t/>
            </a:r>
            <a:endParaRPr sz="1800">
              <a:solidFill>
                <a:srgbClr val="595959"/>
              </a:solidFill>
            </a:endParaRPr>
          </a:p>
          <a:p>
            <a:pPr indent="-342900" lvl="0" marL="457200" rtl="0" algn="l">
              <a:spcBef>
                <a:spcPts val="0"/>
              </a:spcBef>
              <a:spcAft>
                <a:spcPts val="0"/>
              </a:spcAft>
              <a:buClr>
                <a:srgbClr val="595959"/>
              </a:buClr>
              <a:buSzPts val="1800"/>
              <a:buAutoNum type="arabicPeriod"/>
            </a:pPr>
            <a:r>
              <a:rPr lang="es" sz="1800">
                <a:solidFill>
                  <a:srgbClr val="595959"/>
                </a:solidFill>
              </a:rPr>
              <a:t>Imprime los archivos en la impresora especificada: -d &lt;impresora&gt;</a:t>
            </a:r>
            <a:endParaRPr sz="1800">
              <a:solidFill>
                <a:srgbClr val="595959"/>
              </a:solidFill>
            </a:endParaRPr>
          </a:p>
          <a:p>
            <a:pPr indent="-342900" lvl="0" marL="457200" rtl="0" algn="l">
              <a:spcBef>
                <a:spcPts val="0"/>
              </a:spcBef>
              <a:spcAft>
                <a:spcPts val="0"/>
              </a:spcAft>
              <a:buClr>
                <a:srgbClr val="595959"/>
              </a:buClr>
              <a:buSzPts val="1800"/>
              <a:buAutoNum type="arabicPeriod"/>
            </a:pPr>
            <a:r>
              <a:rPr lang="es" sz="1800">
                <a:solidFill>
                  <a:srgbClr val="595959"/>
                </a:solidFill>
              </a:rPr>
              <a:t>Especificar un existente trabajo a modificar: -i &lt;job-id&gt;</a:t>
            </a:r>
            <a:endParaRPr sz="1800">
              <a:solidFill>
                <a:srgbClr val="595959"/>
              </a:solidFill>
            </a:endParaRPr>
          </a:p>
          <a:p>
            <a:pPr indent="-342900" lvl="0" marL="457200" rtl="0" algn="l">
              <a:spcBef>
                <a:spcPts val="0"/>
              </a:spcBef>
              <a:spcAft>
                <a:spcPts val="0"/>
              </a:spcAft>
              <a:buClr>
                <a:srgbClr val="595959"/>
              </a:buClr>
              <a:buSzPts val="1800"/>
              <a:buAutoNum type="arabicPeriod"/>
            </a:pPr>
            <a:r>
              <a:rPr lang="es" sz="1800">
                <a:solidFill>
                  <a:srgbClr val="595959"/>
                </a:solidFill>
              </a:rPr>
              <a:t>Indicar el número de copias a imprimir (de 1 a 100): -n &lt;copias&gt;</a:t>
            </a:r>
            <a:endParaRPr sz="1800">
              <a:solidFill>
                <a:srgbClr val="595959"/>
              </a:solidFill>
            </a:endParaRPr>
          </a:p>
          <a:p>
            <a:pPr indent="-342900" lvl="0" marL="457200" rtl="0" algn="l">
              <a:spcBef>
                <a:spcPts val="0"/>
              </a:spcBef>
              <a:spcAft>
                <a:spcPts val="0"/>
              </a:spcAft>
              <a:buClr>
                <a:srgbClr val="595959"/>
              </a:buClr>
              <a:buSzPts val="1800"/>
              <a:buAutoNum type="arabicPeriod"/>
            </a:pPr>
            <a:r>
              <a:rPr lang="es" sz="1800">
                <a:solidFill>
                  <a:srgbClr val="595959"/>
                </a:solidFill>
              </a:rPr>
              <a:t> Indicar la prioridad de un trabajo (de 1 a 500, por defecto 50): -q &lt;prioridad&gt;</a:t>
            </a:r>
            <a:endParaRPr sz="1800">
              <a:solidFill>
                <a:srgbClr val="595959"/>
              </a:solidFill>
            </a:endParaRPr>
          </a:p>
          <a:p>
            <a:pPr indent="-342900" lvl="0" marL="457200" rtl="0" algn="l">
              <a:spcBef>
                <a:spcPts val="0"/>
              </a:spcBef>
              <a:spcAft>
                <a:spcPts val="0"/>
              </a:spcAft>
              <a:buClr>
                <a:srgbClr val="595959"/>
              </a:buClr>
              <a:buSzPts val="1800"/>
              <a:buAutoNum type="arabicPeriod"/>
            </a:pPr>
            <a:r>
              <a:rPr lang="es" sz="1800">
                <a:solidFill>
                  <a:srgbClr val="595959"/>
                </a:solidFill>
              </a:rPr>
              <a:t>Poner nombre a un trabajo: -t &lt;name&gt;</a:t>
            </a:r>
            <a:endParaRPr sz="1800">
              <a:solidFill>
                <a:srgbClr val="595959"/>
              </a:solidFill>
            </a:endParaRPr>
          </a:p>
          <a:p>
            <a:pPr indent="0" lvl="0" marL="0" rtl="0" algn="l">
              <a:spcBef>
                <a:spcPts val="0"/>
              </a:spcBef>
              <a:spcAft>
                <a:spcPts val="0"/>
              </a:spcAft>
              <a:buClr>
                <a:schemeClr val="dk1"/>
              </a:buClr>
              <a:buSzPts val="1100"/>
              <a:buFont typeface="Arial"/>
              <a:buNone/>
            </a:pPr>
            <a:r>
              <a:t/>
            </a:r>
            <a:endParaRPr sz="1800">
              <a:solidFill>
                <a:srgbClr val="595959"/>
              </a:solidFill>
            </a:endParaRPr>
          </a:p>
          <a:p>
            <a:pPr indent="0" lvl="0" marL="0" rtl="0" algn="l">
              <a:spcBef>
                <a:spcPts val="0"/>
              </a:spcBef>
              <a:spcAft>
                <a:spcPts val="0"/>
              </a:spcAft>
              <a:buNone/>
            </a:pPr>
            <a:r>
              <a:t/>
            </a:r>
            <a:endParaRPr sz="1800">
              <a:solidFill>
                <a:srgbClr val="595959"/>
              </a:solidFill>
            </a:endParaRPr>
          </a:p>
        </p:txBody>
      </p:sp>
      <p:pic>
        <p:nvPicPr>
          <p:cNvPr id="192" name="Google Shape;192;p31"/>
          <p:cNvPicPr preferRelativeResize="0"/>
          <p:nvPr/>
        </p:nvPicPr>
        <p:blipFill>
          <a:blip r:embed="rId3">
            <a:alphaModFix/>
          </a:blip>
          <a:stretch>
            <a:fillRect/>
          </a:stretch>
        </p:blipFill>
        <p:spPr>
          <a:xfrm>
            <a:off x="152400" y="1551375"/>
            <a:ext cx="2043300" cy="2043300"/>
          </a:xfrm>
          <a:prstGeom prst="rect">
            <a:avLst/>
          </a:prstGeom>
          <a:noFill/>
          <a:ln>
            <a:noFill/>
          </a:ln>
        </p:spPr>
      </p:pic>
      <p:sp>
        <p:nvSpPr>
          <p:cNvPr id="193" name="Google Shape;193;p31"/>
          <p:cNvSpPr txBox="1"/>
          <p:nvPr/>
        </p:nvSpPr>
        <p:spPr>
          <a:xfrm>
            <a:off x="803300" y="4743300"/>
            <a:ext cx="71907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u="sng">
                <a:solidFill>
                  <a:schemeClr val="hlink"/>
                </a:solidFill>
                <a:hlinkClick r:id="rId4"/>
              </a:rPr>
              <a:t>https://nebul4ck.wordpress.com/comandos-para-la-administracion-de-impresoras/</a:t>
            </a:r>
            <a:r>
              <a:rPr lang="es"/>
              <a:t> </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197" name="Shape 197"/>
        <p:cNvGrpSpPr/>
        <p:nvPr/>
      </p:nvGrpSpPr>
      <p:grpSpPr>
        <a:xfrm>
          <a:off x="0" y="0"/>
          <a:ext cx="0" cy="0"/>
          <a:chOff x="0" y="0"/>
          <a:chExt cx="0" cy="0"/>
        </a:xfrm>
      </p:grpSpPr>
      <p:sp>
        <p:nvSpPr>
          <p:cNvPr id="198" name="Google Shape;198;p32"/>
          <p:cNvSpPr txBox="1"/>
          <p:nvPr/>
        </p:nvSpPr>
        <p:spPr>
          <a:xfrm>
            <a:off x="384725" y="505250"/>
            <a:ext cx="3578700" cy="400200"/>
          </a:xfrm>
          <a:prstGeom prst="rect">
            <a:avLst/>
          </a:prstGeom>
          <a:noFill/>
          <a:ln>
            <a:noFill/>
          </a:ln>
        </p:spPr>
        <p:txBody>
          <a:bodyPr anchorCtr="0" anchor="t" bIns="0" lIns="0" spcFirstLastPara="1" rIns="0" wrap="square" tIns="15225">
            <a:spAutoFit/>
          </a:bodyPr>
          <a:lstStyle/>
          <a:p>
            <a:pPr indent="0" lvl="0" marL="12700" rtl="0" algn="l">
              <a:lnSpc>
                <a:spcPct val="100000"/>
              </a:lnSpc>
              <a:spcBef>
                <a:spcPts val="0"/>
              </a:spcBef>
              <a:spcAft>
                <a:spcPts val="0"/>
              </a:spcAft>
              <a:buNone/>
            </a:pPr>
            <a:r>
              <a:rPr lang="es" sz="2500"/>
              <a:t>Administración en linux</a:t>
            </a:r>
            <a:endParaRPr sz="2500">
              <a:latin typeface="Arial"/>
              <a:ea typeface="Arial"/>
              <a:cs typeface="Arial"/>
              <a:sym typeface="Arial"/>
            </a:endParaRPr>
          </a:p>
        </p:txBody>
      </p:sp>
      <p:sp>
        <p:nvSpPr>
          <p:cNvPr id="199" name="Google Shape;199;p32"/>
          <p:cNvSpPr txBox="1"/>
          <p:nvPr>
            <p:ph type="title"/>
          </p:nvPr>
        </p:nvSpPr>
        <p:spPr>
          <a:xfrm>
            <a:off x="4972400" y="125631"/>
            <a:ext cx="4014600" cy="567000"/>
          </a:xfrm>
          <a:prstGeom prst="rect">
            <a:avLst/>
          </a:prstGeom>
          <a:noFill/>
          <a:ln>
            <a:noFill/>
          </a:ln>
        </p:spPr>
        <p:txBody>
          <a:bodyPr anchorCtr="0" anchor="t" bIns="0" lIns="0" spcFirstLastPara="1" rIns="0" wrap="square" tIns="12700">
            <a:spAutoFit/>
          </a:bodyPr>
          <a:lstStyle/>
          <a:p>
            <a:pPr indent="0" lvl="0" marL="0" marR="5080" rtl="0" algn="r">
              <a:lnSpc>
                <a:spcPct val="100000"/>
              </a:lnSpc>
              <a:spcBef>
                <a:spcPts val="0"/>
              </a:spcBef>
              <a:spcAft>
                <a:spcPts val="0"/>
              </a:spcAft>
              <a:buNone/>
            </a:pPr>
            <a:r>
              <a:rPr lang="es"/>
              <a:t>Administración de Sistemas Operativos</a:t>
            </a:r>
            <a:endParaRPr/>
          </a:p>
          <a:p>
            <a:pPr indent="0" lvl="0" marL="0" marR="5080" rtl="0" algn="r">
              <a:lnSpc>
                <a:spcPct val="100000"/>
              </a:lnSpc>
              <a:spcBef>
                <a:spcPts val="0"/>
              </a:spcBef>
              <a:spcAft>
                <a:spcPts val="0"/>
              </a:spcAft>
              <a:buNone/>
            </a:pPr>
            <a:r>
              <a:rPr lang="es"/>
              <a:t>UD5- Administración de impresoras</a:t>
            </a:r>
            <a:endParaRPr/>
          </a:p>
        </p:txBody>
      </p:sp>
      <p:sp>
        <p:nvSpPr>
          <p:cNvPr id="200" name="Google Shape;200;p32"/>
          <p:cNvSpPr txBox="1"/>
          <p:nvPr/>
        </p:nvSpPr>
        <p:spPr>
          <a:xfrm>
            <a:off x="2269775" y="954625"/>
            <a:ext cx="6764400" cy="4063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1800">
                <a:solidFill>
                  <a:srgbClr val="595959"/>
                </a:solidFill>
              </a:rPr>
              <a:t>lp / lpr : Ambos comandos envían trabajos a la impresora. Comparten sintaxis y algunas opciones.</a:t>
            </a:r>
            <a:endParaRPr sz="1800">
              <a:solidFill>
                <a:srgbClr val="595959"/>
              </a:solidFill>
            </a:endParaRPr>
          </a:p>
          <a:p>
            <a:pPr indent="0" lvl="0" marL="0" rtl="0" algn="l">
              <a:spcBef>
                <a:spcPts val="0"/>
              </a:spcBef>
              <a:spcAft>
                <a:spcPts val="0"/>
              </a:spcAft>
              <a:buNone/>
            </a:pPr>
            <a:r>
              <a:rPr lang="es" sz="1800">
                <a:solidFill>
                  <a:srgbClr val="595959"/>
                </a:solidFill>
              </a:rPr>
              <a:t>Opciones lpr:</a:t>
            </a:r>
            <a:endParaRPr sz="1800">
              <a:solidFill>
                <a:srgbClr val="595959"/>
              </a:solidFill>
            </a:endParaRPr>
          </a:p>
          <a:p>
            <a:pPr indent="0" lvl="0" marL="0" rtl="0" algn="l">
              <a:spcBef>
                <a:spcPts val="0"/>
              </a:spcBef>
              <a:spcAft>
                <a:spcPts val="0"/>
              </a:spcAft>
              <a:buNone/>
            </a:pPr>
            <a:r>
              <a:t/>
            </a:r>
            <a:endParaRPr sz="1800">
              <a:solidFill>
                <a:srgbClr val="595959"/>
              </a:solidFill>
            </a:endParaRPr>
          </a:p>
          <a:p>
            <a:pPr indent="-342900" lvl="0" marL="457200" rtl="0" algn="l">
              <a:spcBef>
                <a:spcPts val="0"/>
              </a:spcBef>
              <a:spcAft>
                <a:spcPts val="0"/>
              </a:spcAft>
              <a:buClr>
                <a:srgbClr val="595959"/>
              </a:buClr>
              <a:buSzPts val="1800"/>
              <a:buAutoNum type="arabicPeriod"/>
            </a:pPr>
            <a:r>
              <a:rPr lang="es" sz="1800">
                <a:solidFill>
                  <a:srgbClr val="595959"/>
                </a:solidFill>
              </a:rPr>
              <a:t>Imprime los archivos en la impresora especificada: -P &lt;impresora&gt;</a:t>
            </a:r>
            <a:endParaRPr sz="1800">
              <a:solidFill>
                <a:srgbClr val="595959"/>
              </a:solidFill>
            </a:endParaRPr>
          </a:p>
          <a:p>
            <a:pPr indent="-342900" lvl="0" marL="457200" rtl="0" algn="l">
              <a:spcBef>
                <a:spcPts val="0"/>
              </a:spcBef>
              <a:spcAft>
                <a:spcPts val="0"/>
              </a:spcAft>
              <a:buClr>
                <a:srgbClr val="595959"/>
              </a:buClr>
              <a:buSzPts val="1800"/>
              <a:buAutoNum type="arabicPeriod"/>
            </a:pPr>
            <a:r>
              <a:rPr lang="es" sz="1800">
                <a:solidFill>
                  <a:srgbClr val="595959"/>
                </a:solidFill>
              </a:rPr>
              <a:t>Indicar el número de copias a imprimir (de 1 a 100): -# &lt;copias&gt;</a:t>
            </a:r>
            <a:endParaRPr sz="1800">
              <a:solidFill>
                <a:srgbClr val="595959"/>
              </a:solidFill>
            </a:endParaRPr>
          </a:p>
          <a:p>
            <a:pPr indent="-342900" lvl="0" marL="457200" rtl="0" algn="l">
              <a:spcBef>
                <a:spcPts val="0"/>
              </a:spcBef>
              <a:spcAft>
                <a:spcPts val="0"/>
              </a:spcAft>
              <a:buClr>
                <a:srgbClr val="595959"/>
              </a:buClr>
              <a:buSzPts val="1800"/>
              <a:buAutoNum type="arabicPeriod"/>
            </a:pPr>
            <a:r>
              <a:rPr lang="es" sz="1800">
                <a:solidFill>
                  <a:srgbClr val="595959"/>
                </a:solidFill>
              </a:rPr>
              <a:t>No imprimir la cabecera del archivo: -h</a:t>
            </a:r>
            <a:endParaRPr sz="1800">
              <a:solidFill>
                <a:srgbClr val="595959"/>
              </a:solidFill>
            </a:endParaRPr>
          </a:p>
          <a:p>
            <a:pPr indent="-342900" lvl="0" marL="457200" rtl="0" algn="l">
              <a:spcBef>
                <a:spcPts val="0"/>
              </a:spcBef>
              <a:spcAft>
                <a:spcPts val="0"/>
              </a:spcAft>
              <a:buClr>
                <a:srgbClr val="595959"/>
              </a:buClr>
              <a:buSzPts val="1800"/>
              <a:buAutoNum type="arabicPeriod"/>
            </a:pPr>
            <a:r>
              <a:rPr lang="es" sz="1800">
                <a:solidFill>
                  <a:srgbClr val="595959"/>
                </a:solidFill>
              </a:rPr>
              <a:t>Especificar que el archivo a imprimir ya está formateado, no necesita ser procesado por filtros: -l</a:t>
            </a:r>
            <a:endParaRPr sz="1800">
              <a:solidFill>
                <a:srgbClr val="595959"/>
              </a:solidFill>
            </a:endParaRPr>
          </a:p>
          <a:p>
            <a:pPr indent="-342900" lvl="0" marL="457200" rtl="0" algn="l">
              <a:spcBef>
                <a:spcPts val="0"/>
              </a:spcBef>
              <a:spcAft>
                <a:spcPts val="0"/>
              </a:spcAft>
              <a:buClr>
                <a:srgbClr val="595959"/>
              </a:buClr>
              <a:buSzPts val="1800"/>
              <a:buAutoNum type="arabicPeriod"/>
            </a:pPr>
            <a:r>
              <a:rPr lang="es" sz="1800">
                <a:solidFill>
                  <a:srgbClr val="595959"/>
                </a:solidFill>
              </a:rPr>
              <a:t>Eliminar los archivos una vez imprimidos: -r</a:t>
            </a:r>
            <a:endParaRPr sz="1800">
              <a:solidFill>
                <a:srgbClr val="595959"/>
              </a:solidFill>
            </a:endParaRPr>
          </a:p>
          <a:p>
            <a:pPr indent="0" lvl="0" marL="0" rtl="0" algn="l">
              <a:spcBef>
                <a:spcPts val="0"/>
              </a:spcBef>
              <a:spcAft>
                <a:spcPts val="0"/>
              </a:spcAft>
              <a:buNone/>
            </a:pPr>
            <a:r>
              <a:t/>
            </a:r>
            <a:endParaRPr sz="1800">
              <a:solidFill>
                <a:srgbClr val="595959"/>
              </a:solidFill>
            </a:endParaRPr>
          </a:p>
          <a:p>
            <a:pPr indent="0" lvl="0" marL="0" rtl="0" algn="l">
              <a:spcBef>
                <a:spcPts val="0"/>
              </a:spcBef>
              <a:spcAft>
                <a:spcPts val="0"/>
              </a:spcAft>
              <a:buNone/>
            </a:pPr>
            <a:r>
              <a:t/>
            </a:r>
            <a:endParaRPr sz="1800">
              <a:solidFill>
                <a:srgbClr val="595959"/>
              </a:solidFill>
            </a:endParaRPr>
          </a:p>
        </p:txBody>
      </p:sp>
      <p:pic>
        <p:nvPicPr>
          <p:cNvPr id="201" name="Google Shape;201;p32"/>
          <p:cNvPicPr preferRelativeResize="0"/>
          <p:nvPr/>
        </p:nvPicPr>
        <p:blipFill>
          <a:blip r:embed="rId3">
            <a:alphaModFix/>
          </a:blip>
          <a:stretch>
            <a:fillRect/>
          </a:stretch>
        </p:blipFill>
        <p:spPr>
          <a:xfrm>
            <a:off x="152400" y="1551375"/>
            <a:ext cx="2043300" cy="2043300"/>
          </a:xfrm>
          <a:prstGeom prst="rect">
            <a:avLst/>
          </a:prstGeom>
          <a:noFill/>
          <a:ln>
            <a:noFill/>
          </a:ln>
        </p:spPr>
      </p:pic>
      <p:sp>
        <p:nvSpPr>
          <p:cNvPr id="202" name="Google Shape;202;p32"/>
          <p:cNvSpPr txBox="1"/>
          <p:nvPr/>
        </p:nvSpPr>
        <p:spPr>
          <a:xfrm>
            <a:off x="803300" y="4743300"/>
            <a:ext cx="71907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u="sng">
                <a:solidFill>
                  <a:schemeClr val="hlink"/>
                </a:solidFill>
                <a:hlinkClick r:id="rId4"/>
              </a:rPr>
              <a:t>https://nebul4ck.wordpress.com/comandos-para-la-administracion-de-impresoras/</a:t>
            </a:r>
            <a:r>
              <a:rPr lang="es"/>
              <a:t> </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206" name="Shape 206"/>
        <p:cNvGrpSpPr/>
        <p:nvPr/>
      </p:nvGrpSpPr>
      <p:grpSpPr>
        <a:xfrm>
          <a:off x="0" y="0"/>
          <a:ext cx="0" cy="0"/>
          <a:chOff x="0" y="0"/>
          <a:chExt cx="0" cy="0"/>
        </a:xfrm>
      </p:grpSpPr>
      <p:sp>
        <p:nvSpPr>
          <p:cNvPr id="207" name="Google Shape;207;p33"/>
          <p:cNvSpPr txBox="1"/>
          <p:nvPr/>
        </p:nvSpPr>
        <p:spPr>
          <a:xfrm>
            <a:off x="361600" y="499450"/>
            <a:ext cx="3578700" cy="785100"/>
          </a:xfrm>
          <a:prstGeom prst="rect">
            <a:avLst/>
          </a:prstGeom>
          <a:noFill/>
          <a:ln>
            <a:noFill/>
          </a:ln>
        </p:spPr>
        <p:txBody>
          <a:bodyPr anchorCtr="0" anchor="t" bIns="0" lIns="0" spcFirstLastPara="1" rIns="0" wrap="square" tIns="15225">
            <a:spAutoFit/>
          </a:bodyPr>
          <a:lstStyle/>
          <a:p>
            <a:pPr indent="0" lvl="0" marL="12700" rtl="0" algn="l">
              <a:lnSpc>
                <a:spcPct val="100000"/>
              </a:lnSpc>
              <a:spcBef>
                <a:spcPts val="0"/>
              </a:spcBef>
              <a:spcAft>
                <a:spcPts val="0"/>
              </a:spcAft>
              <a:buNone/>
            </a:pPr>
            <a:r>
              <a:rPr lang="es" sz="2500"/>
              <a:t>Administración en linux - Simulación</a:t>
            </a:r>
            <a:endParaRPr sz="2500">
              <a:latin typeface="Arial"/>
              <a:ea typeface="Arial"/>
              <a:cs typeface="Arial"/>
              <a:sym typeface="Arial"/>
            </a:endParaRPr>
          </a:p>
        </p:txBody>
      </p:sp>
      <p:sp>
        <p:nvSpPr>
          <p:cNvPr id="208" name="Google Shape;208;p33"/>
          <p:cNvSpPr txBox="1"/>
          <p:nvPr>
            <p:ph type="title"/>
          </p:nvPr>
        </p:nvSpPr>
        <p:spPr>
          <a:xfrm>
            <a:off x="4972400" y="125631"/>
            <a:ext cx="4014600" cy="567000"/>
          </a:xfrm>
          <a:prstGeom prst="rect">
            <a:avLst/>
          </a:prstGeom>
          <a:noFill/>
          <a:ln>
            <a:noFill/>
          </a:ln>
        </p:spPr>
        <p:txBody>
          <a:bodyPr anchorCtr="0" anchor="t" bIns="0" lIns="0" spcFirstLastPara="1" rIns="0" wrap="square" tIns="12700">
            <a:spAutoFit/>
          </a:bodyPr>
          <a:lstStyle/>
          <a:p>
            <a:pPr indent="0" lvl="0" marL="0" marR="5080" rtl="0" algn="r">
              <a:lnSpc>
                <a:spcPct val="100000"/>
              </a:lnSpc>
              <a:spcBef>
                <a:spcPts val="0"/>
              </a:spcBef>
              <a:spcAft>
                <a:spcPts val="0"/>
              </a:spcAft>
              <a:buNone/>
            </a:pPr>
            <a:r>
              <a:rPr lang="es"/>
              <a:t>Administración de Sistemas Operativos</a:t>
            </a:r>
            <a:endParaRPr/>
          </a:p>
          <a:p>
            <a:pPr indent="0" lvl="0" marL="0" marR="5080" rtl="0" algn="r">
              <a:lnSpc>
                <a:spcPct val="100000"/>
              </a:lnSpc>
              <a:spcBef>
                <a:spcPts val="0"/>
              </a:spcBef>
              <a:spcAft>
                <a:spcPts val="0"/>
              </a:spcAft>
              <a:buNone/>
            </a:pPr>
            <a:r>
              <a:rPr lang="es"/>
              <a:t>UD5- Administración de impresoras</a:t>
            </a:r>
            <a:endParaRPr/>
          </a:p>
        </p:txBody>
      </p:sp>
      <p:sp>
        <p:nvSpPr>
          <p:cNvPr id="209" name="Google Shape;209;p33"/>
          <p:cNvSpPr txBox="1"/>
          <p:nvPr/>
        </p:nvSpPr>
        <p:spPr>
          <a:xfrm>
            <a:off x="2269775" y="954625"/>
            <a:ext cx="6764400" cy="2124000"/>
          </a:xfrm>
          <a:prstGeom prst="rect">
            <a:avLst/>
          </a:prstGeom>
          <a:noFill/>
          <a:ln>
            <a:noFill/>
          </a:ln>
        </p:spPr>
        <p:txBody>
          <a:bodyPr anchorCtr="0" anchor="t" bIns="91425" lIns="91425" spcFirstLastPara="1" rIns="91425" wrap="square" tIns="91425">
            <a:spAutoFit/>
          </a:bodyPr>
          <a:lstStyle/>
          <a:p>
            <a:pPr indent="-342900" lvl="0" marL="457200" rtl="0" algn="l">
              <a:spcBef>
                <a:spcPts val="0"/>
              </a:spcBef>
              <a:spcAft>
                <a:spcPts val="0"/>
              </a:spcAft>
              <a:buClr>
                <a:srgbClr val="595959"/>
              </a:buClr>
              <a:buSzPts val="1800"/>
              <a:buAutoNum type="arabicPeriod"/>
            </a:pPr>
            <a:r>
              <a:rPr lang="es" sz="1800">
                <a:solidFill>
                  <a:srgbClr val="595959"/>
                </a:solidFill>
              </a:rPr>
              <a:t>Instalar CUPS y un “simulador” de impresión de PDFs cups-pdf</a:t>
            </a:r>
            <a:endParaRPr sz="1800">
              <a:solidFill>
                <a:srgbClr val="595959"/>
              </a:solidFill>
            </a:endParaRPr>
          </a:p>
          <a:p>
            <a:pPr indent="-342900" lvl="1" marL="914400" rtl="0" algn="l">
              <a:spcBef>
                <a:spcPts val="0"/>
              </a:spcBef>
              <a:spcAft>
                <a:spcPts val="0"/>
              </a:spcAft>
              <a:buClr>
                <a:srgbClr val="595959"/>
              </a:buClr>
              <a:buSzPts val="1800"/>
              <a:buAutoNum type="alphaLcPeriod"/>
            </a:pPr>
            <a:r>
              <a:rPr lang="es" sz="1800">
                <a:solidFill>
                  <a:srgbClr val="595959"/>
                </a:solidFill>
              </a:rPr>
              <a:t>sudo apt-get install cups cups-pdf</a:t>
            </a:r>
            <a:endParaRPr sz="1800">
              <a:solidFill>
                <a:srgbClr val="595959"/>
              </a:solidFill>
            </a:endParaRPr>
          </a:p>
          <a:p>
            <a:pPr indent="-342900" lvl="1" marL="914400" rtl="0" algn="l">
              <a:spcBef>
                <a:spcPts val="0"/>
              </a:spcBef>
              <a:spcAft>
                <a:spcPts val="0"/>
              </a:spcAft>
              <a:buClr>
                <a:srgbClr val="595959"/>
              </a:buClr>
              <a:buSzPts val="1800"/>
              <a:buAutoNum type="alphaLcPeriod"/>
            </a:pPr>
            <a:r>
              <a:rPr lang="es" sz="1800">
                <a:solidFill>
                  <a:srgbClr val="595959"/>
                </a:solidFill>
              </a:rPr>
              <a:t>systemctl status cups</a:t>
            </a:r>
            <a:endParaRPr sz="1800">
              <a:solidFill>
                <a:srgbClr val="595959"/>
              </a:solidFill>
            </a:endParaRPr>
          </a:p>
          <a:p>
            <a:pPr indent="-342900" lvl="1" marL="914400" rtl="0" algn="l">
              <a:spcBef>
                <a:spcPts val="0"/>
              </a:spcBef>
              <a:spcAft>
                <a:spcPts val="0"/>
              </a:spcAft>
              <a:buClr>
                <a:srgbClr val="595959"/>
              </a:buClr>
              <a:buSzPts val="1800"/>
              <a:buAutoNum type="alphaLcPeriod"/>
            </a:pPr>
            <a:r>
              <a:rPr lang="es" sz="1800">
                <a:solidFill>
                  <a:srgbClr val="595959"/>
                </a:solidFill>
              </a:rPr>
              <a:t>Damos una IP estática al servidor Linux</a:t>
            </a:r>
            <a:endParaRPr sz="1800">
              <a:solidFill>
                <a:srgbClr val="595959"/>
              </a:solidFill>
            </a:endParaRPr>
          </a:p>
          <a:p>
            <a:pPr indent="0" lvl="0" marL="0" rtl="0" algn="l">
              <a:spcBef>
                <a:spcPts val="0"/>
              </a:spcBef>
              <a:spcAft>
                <a:spcPts val="0"/>
              </a:spcAft>
              <a:buNone/>
            </a:pPr>
            <a:r>
              <a:t/>
            </a:r>
            <a:endParaRPr sz="1800">
              <a:solidFill>
                <a:srgbClr val="595959"/>
              </a:solidFill>
            </a:endParaRPr>
          </a:p>
          <a:p>
            <a:pPr indent="0" lvl="0" marL="0" rtl="0" algn="l">
              <a:spcBef>
                <a:spcPts val="0"/>
              </a:spcBef>
              <a:spcAft>
                <a:spcPts val="0"/>
              </a:spcAft>
              <a:buNone/>
            </a:pPr>
            <a:r>
              <a:t/>
            </a:r>
            <a:endParaRPr sz="1800">
              <a:solidFill>
                <a:srgbClr val="595959"/>
              </a:solidFill>
            </a:endParaRPr>
          </a:p>
        </p:txBody>
      </p:sp>
      <p:sp>
        <p:nvSpPr>
          <p:cNvPr id="210" name="Google Shape;210;p33"/>
          <p:cNvSpPr txBox="1"/>
          <p:nvPr/>
        </p:nvSpPr>
        <p:spPr>
          <a:xfrm>
            <a:off x="803300" y="4743300"/>
            <a:ext cx="43992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u="sng">
                <a:solidFill>
                  <a:schemeClr val="hlink"/>
                </a:solidFill>
                <a:hlinkClick r:id="rId3"/>
              </a:rPr>
              <a:t>https://www.youtube.com/watch?v=FNwSTrOSgZQ</a:t>
            </a:r>
            <a:endParaRPr/>
          </a:p>
        </p:txBody>
      </p:sp>
      <p:pic>
        <p:nvPicPr>
          <p:cNvPr id="211" name="Google Shape;211;p33"/>
          <p:cNvPicPr preferRelativeResize="0"/>
          <p:nvPr/>
        </p:nvPicPr>
        <p:blipFill>
          <a:blip r:embed="rId4">
            <a:alphaModFix/>
          </a:blip>
          <a:stretch>
            <a:fillRect/>
          </a:stretch>
        </p:blipFill>
        <p:spPr>
          <a:xfrm>
            <a:off x="395125" y="3367663"/>
            <a:ext cx="3411950" cy="1086600"/>
          </a:xfrm>
          <a:prstGeom prst="rect">
            <a:avLst/>
          </a:prstGeom>
          <a:noFill/>
          <a:ln>
            <a:noFill/>
          </a:ln>
        </p:spPr>
      </p:pic>
      <p:pic>
        <p:nvPicPr>
          <p:cNvPr id="212" name="Google Shape;212;p33"/>
          <p:cNvPicPr preferRelativeResize="0"/>
          <p:nvPr/>
        </p:nvPicPr>
        <p:blipFill>
          <a:blip r:embed="rId5">
            <a:alphaModFix/>
          </a:blip>
          <a:stretch>
            <a:fillRect/>
          </a:stretch>
        </p:blipFill>
        <p:spPr>
          <a:xfrm>
            <a:off x="4310703" y="3367675"/>
            <a:ext cx="4164298" cy="1086600"/>
          </a:xfrm>
          <a:prstGeom prst="rect">
            <a:avLst/>
          </a:prstGeom>
          <a:noFill/>
          <a:ln>
            <a:noFill/>
          </a:ln>
        </p:spPr>
      </p:pic>
      <p:sp>
        <p:nvSpPr>
          <p:cNvPr id="213" name="Google Shape;213;p33"/>
          <p:cNvSpPr txBox="1"/>
          <p:nvPr/>
        </p:nvSpPr>
        <p:spPr>
          <a:xfrm>
            <a:off x="5756000" y="4700925"/>
            <a:ext cx="3000000" cy="354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1100" u="sng">
                <a:solidFill>
                  <a:schemeClr val="hlink"/>
                </a:solidFill>
                <a:hlinkClick r:id="rId6"/>
              </a:rPr>
              <a:t>108.4 Lección 1</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217" name="Shape 217"/>
        <p:cNvGrpSpPr/>
        <p:nvPr/>
      </p:nvGrpSpPr>
      <p:grpSpPr>
        <a:xfrm>
          <a:off x="0" y="0"/>
          <a:ext cx="0" cy="0"/>
          <a:chOff x="0" y="0"/>
          <a:chExt cx="0" cy="0"/>
        </a:xfrm>
      </p:grpSpPr>
      <p:sp>
        <p:nvSpPr>
          <p:cNvPr id="218" name="Google Shape;218;p34"/>
          <p:cNvSpPr txBox="1"/>
          <p:nvPr/>
        </p:nvSpPr>
        <p:spPr>
          <a:xfrm>
            <a:off x="361600" y="499450"/>
            <a:ext cx="3578700" cy="785100"/>
          </a:xfrm>
          <a:prstGeom prst="rect">
            <a:avLst/>
          </a:prstGeom>
          <a:noFill/>
          <a:ln>
            <a:noFill/>
          </a:ln>
        </p:spPr>
        <p:txBody>
          <a:bodyPr anchorCtr="0" anchor="t" bIns="0" lIns="0" spcFirstLastPara="1" rIns="0" wrap="square" tIns="15225">
            <a:spAutoFit/>
          </a:bodyPr>
          <a:lstStyle/>
          <a:p>
            <a:pPr indent="0" lvl="0" marL="12700" rtl="0" algn="l">
              <a:lnSpc>
                <a:spcPct val="100000"/>
              </a:lnSpc>
              <a:spcBef>
                <a:spcPts val="0"/>
              </a:spcBef>
              <a:spcAft>
                <a:spcPts val="0"/>
              </a:spcAft>
              <a:buNone/>
            </a:pPr>
            <a:r>
              <a:rPr lang="es" sz="2500"/>
              <a:t>Administración en linux - Simulación</a:t>
            </a:r>
            <a:endParaRPr sz="2500">
              <a:latin typeface="Arial"/>
              <a:ea typeface="Arial"/>
              <a:cs typeface="Arial"/>
              <a:sym typeface="Arial"/>
            </a:endParaRPr>
          </a:p>
        </p:txBody>
      </p:sp>
      <p:sp>
        <p:nvSpPr>
          <p:cNvPr id="219" name="Google Shape;219;p34"/>
          <p:cNvSpPr txBox="1"/>
          <p:nvPr>
            <p:ph type="title"/>
          </p:nvPr>
        </p:nvSpPr>
        <p:spPr>
          <a:xfrm>
            <a:off x="4972400" y="125631"/>
            <a:ext cx="4014600" cy="567000"/>
          </a:xfrm>
          <a:prstGeom prst="rect">
            <a:avLst/>
          </a:prstGeom>
          <a:noFill/>
          <a:ln>
            <a:noFill/>
          </a:ln>
        </p:spPr>
        <p:txBody>
          <a:bodyPr anchorCtr="0" anchor="t" bIns="0" lIns="0" spcFirstLastPara="1" rIns="0" wrap="square" tIns="12700">
            <a:spAutoFit/>
          </a:bodyPr>
          <a:lstStyle/>
          <a:p>
            <a:pPr indent="0" lvl="0" marL="0" marR="5080" rtl="0" algn="r">
              <a:lnSpc>
                <a:spcPct val="100000"/>
              </a:lnSpc>
              <a:spcBef>
                <a:spcPts val="0"/>
              </a:spcBef>
              <a:spcAft>
                <a:spcPts val="0"/>
              </a:spcAft>
              <a:buNone/>
            </a:pPr>
            <a:r>
              <a:rPr lang="es"/>
              <a:t>Administración de Sistemas Operativos</a:t>
            </a:r>
            <a:endParaRPr/>
          </a:p>
          <a:p>
            <a:pPr indent="0" lvl="0" marL="0" marR="5080" rtl="0" algn="r">
              <a:lnSpc>
                <a:spcPct val="100000"/>
              </a:lnSpc>
              <a:spcBef>
                <a:spcPts val="0"/>
              </a:spcBef>
              <a:spcAft>
                <a:spcPts val="0"/>
              </a:spcAft>
              <a:buNone/>
            </a:pPr>
            <a:r>
              <a:rPr lang="es"/>
              <a:t>UD5- Administración de impresoras</a:t>
            </a:r>
            <a:endParaRPr/>
          </a:p>
        </p:txBody>
      </p:sp>
      <p:sp>
        <p:nvSpPr>
          <p:cNvPr id="220" name="Google Shape;220;p34"/>
          <p:cNvSpPr txBox="1"/>
          <p:nvPr/>
        </p:nvSpPr>
        <p:spPr>
          <a:xfrm>
            <a:off x="2269775" y="954625"/>
            <a:ext cx="6764400" cy="2955300"/>
          </a:xfrm>
          <a:prstGeom prst="rect">
            <a:avLst/>
          </a:prstGeom>
          <a:noFill/>
          <a:ln>
            <a:noFill/>
          </a:ln>
        </p:spPr>
        <p:txBody>
          <a:bodyPr anchorCtr="0" anchor="t" bIns="91425" lIns="91425" spcFirstLastPara="1" rIns="91425" wrap="square" tIns="91425">
            <a:spAutoFit/>
          </a:bodyPr>
          <a:lstStyle/>
          <a:p>
            <a:pPr indent="-342900" lvl="0" marL="457200" rtl="0" algn="l">
              <a:spcBef>
                <a:spcPts val="0"/>
              </a:spcBef>
              <a:spcAft>
                <a:spcPts val="0"/>
              </a:spcAft>
              <a:buClr>
                <a:srgbClr val="595959"/>
              </a:buClr>
              <a:buSzPts val="1800"/>
              <a:buAutoNum type="arabicPeriod"/>
            </a:pPr>
            <a:r>
              <a:rPr lang="es" sz="1800">
                <a:solidFill>
                  <a:srgbClr val="595959"/>
                </a:solidFill>
              </a:rPr>
              <a:t>Comprobamos mediante web que el servidor funciona</a:t>
            </a:r>
            <a:endParaRPr sz="1800">
              <a:solidFill>
                <a:srgbClr val="595959"/>
              </a:solidFill>
            </a:endParaRPr>
          </a:p>
          <a:p>
            <a:pPr indent="-342900" lvl="1" marL="914400" rtl="0" algn="l">
              <a:spcBef>
                <a:spcPts val="0"/>
              </a:spcBef>
              <a:spcAft>
                <a:spcPts val="0"/>
              </a:spcAft>
              <a:buClr>
                <a:srgbClr val="595959"/>
              </a:buClr>
              <a:buSzPts val="1800"/>
              <a:buAutoNum type="alphaLcPeriod"/>
            </a:pPr>
            <a:r>
              <a:rPr lang="es" sz="1800">
                <a:solidFill>
                  <a:srgbClr val="595959"/>
                </a:solidFill>
              </a:rPr>
              <a:t>localhost:631 -&gt; login con vuestro usuario</a:t>
            </a:r>
            <a:endParaRPr sz="1800">
              <a:solidFill>
                <a:srgbClr val="595959"/>
              </a:solidFill>
            </a:endParaRPr>
          </a:p>
          <a:p>
            <a:pPr indent="-342900" lvl="0" marL="457200" rtl="0" algn="l">
              <a:spcBef>
                <a:spcPts val="0"/>
              </a:spcBef>
              <a:spcAft>
                <a:spcPts val="0"/>
              </a:spcAft>
              <a:buClr>
                <a:srgbClr val="595959"/>
              </a:buClr>
              <a:buSzPts val="1800"/>
              <a:buAutoNum type="arabicPeriod"/>
            </a:pPr>
            <a:r>
              <a:rPr lang="es" sz="1800">
                <a:solidFill>
                  <a:srgbClr val="595959"/>
                </a:solidFill>
              </a:rPr>
              <a:t>Desde administración -&gt; Cambiamos la configuración para que permita acceder </a:t>
            </a:r>
            <a:endParaRPr sz="1800">
              <a:solidFill>
                <a:srgbClr val="595959"/>
              </a:solidFill>
            </a:endParaRPr>
          </a:p>
          <a:p>
            <a:pPr indent="-342900" lvl="0" marL="457200" rtl="0" algn="l">
              <a:spcBef>
                <a:spcPts val="0"/>
              </a:spcBef>
              <a:spcAft>
                <a:spcPts val="0"/>
              </a:spcAft>
              <a:buClr>
                <a:srgbClr val="595959"/>
              </a:buClr>
              <a:buSzPts val="1800"/>
              <a:buAutoNum type="arabicPeriod"/>
            </a:pPr>
            <a:r>
              <a:rPr lang="es" sz="1800">
                <a:solidFill>
                  <a:srgbClr val="595959"/>
                </a:solidFill>
              </a:rPr>
              <a:t>Añadimos una nueva impresora y usamos las virtuales. Marca genérica </a:t>
            </a:r>
            <a:endParaRPr sz="1800">
              <a:solidFill>
                <a:srgbClr val="595959"/>
              </a:solidFill>
            </a:endParaRPr>
          </a:p>
          <a:p>
            <a:pPr indent="-342900" lvl="0" marL="457200" rtl="0" algn="l">
              <a:spcBef>
                <a:spcPts val="0"/>
              </a:spcBef>
              <a:spcAft>
                <a:spcPts val="0"/>
              </a:spcAft>
              <a:buClr>
                <a:srgbClr val="595959"/>
              </a:buClr>
              <a:buSzPts val="1800"/>
              <a:buAutoNum type="arabicPeriod"/>
            </a:pPr>
            <a:r>
              <a:rPr lang="es" sz="1800">
                <a:solidFill>
                  <a:srgbClr val="595959"/>
                </a:solidFill>
              </a:rPr>
              <a:t>Comprobamos que existe</a:t>
            </a:r>
            <a:endParaRPr sz="1800">
              <a:solidFill>
                <a:srgbClr val="595959"/>
              </a:solidFill>
            </a:endParaRPr>
          </a:p>
          <a:p>
            <a:pPr indent="0" lvl="0" marL="914400" rtl="0" algn="l">
              <a:spcBef>
                <a:spcPts val="0"/>
              </a:spcBef>
              <a:spcAft>
                <a:spcPts val="0"/>
              </a:spcAft>
              <a:buNone/>
            </a:pPr>
            <a:r>
              <a:rPr lang="es" sz="1800">
                <a:solidFill>
                  <a:srgbClr val="595959"/>
                </a:solidFill>
              </a:rPr>
              <a:t>	</a:t>
            </a:r>
            <a:endParaRPr sz="1800">
              <a:solidFill>
                <a:srgbClr val="595959"/>
              </a:solidFill>
            </a:endParaRPr>
          </a:p>
          <a:p>
            <a:pPr indent="0" lvl="0" marL="0" rtl="0" algn="l">
              <a:spcBef>
                <a:spcPts val="0"/>
              </a:spcBef>
              <a:spcAft>
                <a:spcPts val="0"/>
              </a:spcAft>
              <a:buNone/>
            </a:pPr>
            <a:r>
              <a:t/>
            </a:r>
            <a:endParaRPr sz="1800">
              <a:solidFill>
                <a:srgbClr val="595959"/>
              </a:solidFill>
            </a:endParaRPr>
          </a:p>
          <a:p>
            <a:pPr indent="0" lvl="0" marL="0" rtl="0" algn="l">
              <a:spcBef>
                <a:spcPts val="0"/>
              </a:spcBef>
              <a:spcAft>
                <a:spcPts val="0"/>
              </a:spcAft>
              <a:buNone/>
            </a:pPr>
            <a:r>
              <a:t/>
            </a:r>
            <a:endParaRPr sz="1800">
              <a:solidFill>
                <a:srgbClr val="595959"/>
              </a:solidFill>
            </a:endParaRPr>
          </a:p>
        </p:txBody>
      </p:sp>
      <p:sp>
        <p:nvSpPr>
          <p:cNvPr id="221" name="Google Shape;221;p34"/>
          <p:cNvSpPr txBox="1"/>
          <p:nvPr/>
        </p:nvSpPr>
        <p:spPr>
          <a:xfrm>
            <a:off x="803300" y="4743300"/>
            <a:ext cx="71907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u="sng">
                <a:solidFill>
                  <a:schemeClr val="hlink"/>
                </a:solidFill>
                <a:hlinkClick r:id="rId3"/>
              </a:rPr>
              <a:t>https://www.youtube.com/watch?v=FNwSTrOSgZQ</a:t>
            </a:r>
            <a:endParaRPr/>
          </a:p>
        </p:txBody>
      </p:sp>
      <p:pic>
        <p:nvPicPr>
          <p:cNvPr id="222" name="Google Shape;222;p34"/>
          <p:cNvPicPr preferRelativeResize="0"/>
          <p:nvPr/>
        </p:nvPicPr>
        <p:blipFill>
          <a:blip r:embed="rId4">
            <a:alphaModFix/>
          </a:blip>
          <a:stretch>
            <a:fillRect/>
          </a:stretch>
        </p:blipFill>
        <p:spPr>
          <a:xfrm>
            <a:off x="152400" y="3059301"/>
            <a:ext cx="3787899" cy="1531599"/>
          </a:xfrm>
          <a:prstGeom prst="rect">
            <a:avLst/>
          </a:prstGeom>
          <a:noFill/>
          <a:ln>
            <a:noFill/>
          </a:ln>
        </p:spPr>
      </p:pic>
      <p:pic>
        <p:nvPicPr>
          <p:cNvPr id="223" name="Google Shape;223;p34"/>
          <p:cNvPicPr preferRelativeResize="0"/>
          <p:nvPr/>
        </p:nvPicPr>
        <p:blipFill>
          <a:blip r:embed="rId5">
            <a:alphaModFix/>
          </a:blip>
          <a:stretch>
            <a:fillRect/>
          </a:stretch>
        </p:blipFill>
        <p:spPr>
          <a:xfrm>
            <a:off x="5723195" y="2954125"/>
            <a:ext cx="2650442" cy="1636775"/>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227" name="Shape 227"/>
        <p:cNvGrpSpPr/>
        <p:nvPr/>
      </p:nvGrpSpPr>
      <p:grpSpPr>
        <a:xfrm>
          <a:off x="0" y="0"/>
          <a:ext cx="0" cy="0"/>
          <a:chOff x="0" y="0"/>
          <a:chExt cx="0" cy="0"/>
        </a:xfrm>
      </p:grpSpPr>
      <p:sp>
        <p:nvSpPr>
          <p:cNvPr id="228" name="Google Shape;228;p35"/>
          <p:cNvSpPr txBox="1"/>
          <p:nvPr/>
        </p:nvSpPr>
        <p:spPr>
          <a:xfrm>
            <a:off x="361600" y="499450"/>
            <a:ext cx="3578700" cy="785100"/>
          </a:xfrm>
          <a:prstGeom prst="rect">
            <a:avLst/>
          </a:prstGeom>
          <a:noFill/>
          <a:ln>
            <a:noFill/>
          </a:ln>
        </p:spPr>
        <p:txBody>
          <a:bodyPr anchorCtr="0" anchor="t" bIns="0" lIns="0" spcFirstLastPara="1" rIns="0" wrap="square" tIns="15225">
            <a:spAutoFit/>
          </a:bodyPr>
          <a:lstStyle/>
          <a:p>
            <a:pPr indent="0" lvl="0" marL="12700" rtl="0" algn="l">
              <a:lnSpc>
                <a:spcPct val="100000"/>
              </a:lnSpc>
              <a:spcBef>
                <a:spcPts val="0"/>
              </a:spcBef>
              <a:spcAft>
                <a:spcPts val="0"/>
              </a:spcAft>
              <a:buNone/>
            </a:pPr>
            <a:r>
              <a:rPr lang="es" sz="2500"/>
              <a:t>Administración en linux - Simulación</a:t>
            </a:r>
            <a:endParaRPr sz="2500">
              <a:latin typeface="Arial"/>
              <a:ea typeface="Arial"/>
              <a:cs typeface="Arial"/>
              <a:sym typeface="Arial"/>
            </a:endParaRPr>
          </a:p>
        </p:txBody>
      </p:sp>
      <p:sp>
        <p:nvSpPr>
          <p:cNvPr id="229" name="Google Shape;229;p35"/>
          <p:cNvSpPr txBox="1"/>
          <p:nvPr>
            <p:ph type="title"/>
          </p:nvPr>
        </p:nvSpPr>
        <p:spPr>
          <a:xfrm>
            <a:off x="4972400" y="125631"/>
            <a:ext cx="4014600" cy="567000"/>
          </a:xfrm>
          <a:prstGeom prst="rect">
            <a:avLst/>
          </a:prstGeom>
          <a:noFill/>
          <a:ln>
            <a:noFill/>
          </a:ln>
        </p:spPr>
        <p:txBody>
          <a:bodyPr anchorCtr="0" anchor="t" bIns="0" lIns="0" spcFirstLastPara="1" rIns="0" wrap="square" tIns="12700">
            <a:spAutoFit/>
          </a:bodyPr>
          <a:lstStyle/>
          <a:p>
            <a:pPr indent="0" lvl="0" marL="0" marR="5080" rtl="0" algn="r">
              <a:lnSpc>
                <a:spcPct val="100000"/>
              </a:lnSpc>
              <a:spcBef>
                <a:spcPts val="0"/>
              </a:spcBef>
              <a:spcAft>
                <a:spcPts val="0"/>
              </a:spcAft>
              <a:buNone/>
            </a:pPr>
            <a:r>
              <a:rPr lang="es"/>
              <a:t>Administración de Sistemas Operativos</a:t>
            </a:r>
            <a:endParaRPr/>
          </a:p>
          <a:p>
            <a:pPr indent="0" lvl="0" marL="0" marR="5080" rtl="0" algn="r">
              <a:lnSpc>
                <a:spcPct val="100000"/>
              </a:lnSpc>
              <a:spcBef>
                <a:spcPts val="0"/>
              </a:spcBef>
              <a:spcAft>
                <a:spcPts val="0"/>
              </a:spcAft>
              <a:buNone/>
            </a:pPr>
            <a:r>
              <a:rPr lang="es"/>
              <a:t>UD5- Administración de impresoras</a:t>
            </a:r>
            <a:endParaRPr/>
          </a:p>
        </p:txBody>
      </p:sp>
      <p:sp>
        <p:nvSpPr>
          <p:cNvPr id="230" name="Google Shape;230;p35"/>
          <p:cNvSpPr txBox="1"/>
          <p:nvPr/>
        </p:nvSpPr>
        <p:spPr>
          <a:xfrm>
            <a:off x="2269775" y="954625"/>
            <a:ext cx="6764400" cy="2955300"/>
          </a:xfrm>
          <a:prstGeom prst="rect">
            <a:avLst/>
          </a:prstGeom>
          <a:noFill/>
          <a:ln>
            <a:noFill/>
          </a:ln>
        </p:spPr>
        <p:txBody>
          <a:bodyPr anchorCtr="0" anchor="t" bIns="91425" lIns="91425" spcFirstLastPara="1" rIns="91425" wrap="square" tIns="91425">
            <a:spAutoFit/>
          </a:bodyPr>
          <a:lstStyle/>
          <a:p>
            <a:pPr indent="-342900" lvl="0" marL="457200" rtl="0" algn="l">
              <a:spcBef>
                <a:spcPts val="0"/>
              </a:spcBef>
              <a:spcAft>
                <a:spcPts val="0"/>
              </a:spcAft>
              <a:buClr>
                <a:srgbClr val="595959"/>
              </a:buClr>
              <a:buSzPts val="1800"/>
              <a:buAutoNum type="arabicPeriod"/>
            </a:pPr>
            <a:r>
              <a:rPr lang="es" sz="1800">
                <a:solidFill>
                  <a:srgbClr val="595959"/>
                </a:solidFill>
              </a:rPr>
              <a:t>Comprobamos mediante web que el servidor funciona</a:t>
            </a:r>
            <a:endParaRPr sz="1800">
              <a:solidFill>
                <a:srgbClr val="595959"/>
              </a:solidFill>
            </a:endParaRPr>
          </a:p>
          <a:p>
            <a:pPr indent="-342900" lvl="1" marL="914400" rtl="0" algn="l">
              <a:spcBef>
                <a:spcPts val="0"/>
              </a:spcBef>
              <a:spcAft>
                <a:spcPts val="0"/>
              </a:spcAft>
              <a:buClr>
                <a:srgbClr val="595959"/>
              </a:buClr>
              <a:buSzPts val="1800"/>
              <a:buAutoNum type="alphaLcPeriod"/>
            </a:pPr>
            <a:r>
              <a:rPr lang="es" sz="1800">
                <a:solidFill>
                  <a:srgbClr val="595959"/>
                </a:solidFill>
              </a:rPr>
              <a:t>localhost:631 -&gt; login con vuestro usuario</a:t>
            </a:r>
            <a:endParaRPr sz="1800">
              <a:solidFill>
                <a:srgbClr val="595959"/>
              </a:solidFill>
            </a:endParaRPr>
          </a:p>
          <a:p>
            <a:pPr indent="-342900" lvl="0" marL="457200" rtl="0" algn="l">
              <a:spcBef>
                <a:spcPts val="0"/>
              </a:spcBef>
              <a:spcAft>
                <a:spcPts val="0"/>
              </a:spcAft>
              <a:buClr>
                <a:srgbClr val="595959"/>
              </a:buClr>
              <a:buSzPts val="1800"/>
              <a:buAutoNum type="arabicPeriod"/>
            </a:pPr>
            <a:r>
              <a:rPr lang="es" sz="1800">
                <a:solidFill>
                  <a:srgbClr val="595959"/>
                </a:solidFill>
              </a:rPr>
              <a:t>Desde administración -&gt; Cambiamos la configuración para que permita acceder </a:t>
            </a:r>
            <a:endParaRPr sz="1800">
              <a:solidFill>
                <a:srgbClr val="595959"/>
              </a:solidFill>
            </a:endParaRPr>
          </a:p>
          <a:p>
            <a:pPr indent="-342900" lvl="0" marL="457200" rtl="0" algn="l">
              <a:spcBef>
                <a:spcPts val="0"/>
              </a:spcBef>
              <a:spcAft>
                <a:spcPts val="0"/>
              </a:spcAft>
              <a:buClr>
                <a:srgbClr val="595959"/>
              </a:buClr>
              <a:buSzPts val="1800"/>
              <a:buAutoNum type="arabicPeriod"/>
            </a:pPr>
            <a:r>
              <a:rPr lang="es" sz="1800">
                <a:solidFill>
                  <a:srgbClr val="595959"/>
                </a:solidFill>
              </a:rPr>
              <a:t>Añadimos una nueva impresora y usamos las virtuales. Marca genérica </a:t>
            </a:r>
            <a:endParaRPr sz="1800">
              <a:solidFill>
                <a:srgbClr val="595959"/>
              </a:solidFill>
            </a:endParaRPr>
          </a:p>
          <a:p>
            <a:pPr indent="-342900" lvl="0" marL="457200" rtl="0" algn="l">
              <a:spcBef>
                <a:spcPts val="0"/>
              </a:spcBef>
              <a:spcAft>
                <a:spcPts val="0"/>
              </a:spcAft>
              <a:buClr>
                <a:srgbClr val="595959"/>
              </a:buClr>
              <a:buSzPts val="1800"/>
              <a:buAutoNum type="arabicPeriod"/>
            </a:pPr>
            <a:r>
              <a:rPr lang="es" sz="1800">
                <a:solidFill>
                  <a:srgbClr val="595959"/>
                </a:solidFill>
              </a:rPr>
              <a:t>Comprobamos que existe</a:t>
            </a:r>
            <a:endParaRPr sz="1800">
              <a:solidFill>
                <a:srgbClr val="595959"/>
              </a:solidFill>
            </a:endParaRPr>
          </a:p>
          <a:p>
            <a:pPr indent="0" lvl="0" marL="914400" rtl="0" algn="l">
              <a:spcBef>
                <a:spcPts val="0"/>
              </a:spcBef>
              <a:spcAft>
                <a:spcPts val="0"/>
              </a:spcAft>
              <a:buNone/>
            </a:pPr>
            <a:r>
              <a:rPr lang="es" sz="1800">
                <a:solidFill>
                  <a:srgbClr val="595959"/>
                </a:solidFill>
              </a:rPr>
              <a:t>	</a:t>
            </a:r>
            <a:endParaRPr sz="1800">
              <a:solidFill>
                <a:srgbClr val="595959"/>
              </a:solidFill>
            </a:endParaRPr>
          </a:p>
          <a:p>
            <a:pPr indent="0" lvl="0" marL="0" rtl="0" algn="l">
              <a:spcBef>
                <a:spcPts val="0"/>
              </a:spcBef>
              <a:spcAft>
                <a:spcPts val="0"/>
              </a:spcAft>
              <a:buNone/>
            </a:pPr>
            <a:r>
              <a:t/>
            </a:r>
            <a:endParaRPr sz="1800">
              <a:solidFill>
                <a:srgbClr val="595959"/>
              </a:solidFill>
            </a:endParaRPr>
          </a:p>
          <a:p>
            <a:pPr indent="0" lvl="0" marL="0" rtl="0" algn="l">
              <a:spcBef>
                <a:spcPts val="0"/>
              </a:spcBef>
              <a:spcAft>
                <a:spcPts val="0"/>
              </a:spcAft>
              <a:buNone/>
            </a:pPr>
            <a:r>
              <a:t/>
            </a:r>
            <a:endParaRPr sz="1800">
              <a:solidFill>
                <a:srgbClr val="595959"/>
              </a:solidFill>
            </a:endParaRPr>
          </a:p>
        </p:txBody>
      </p:sp>
      <p:sp>
        <p:nvSpPr>
          <p:cNvPr id="231" name="Google Shape;231;p35"/>
          <p:cNvSpPr txBox="1"/>
          <p:nvPr/>
        </p:nvSpPr>
        <p:spPr>
          <a:xfrm>
            <a:off x="803300" y="4743300"/>
            <a:ext cx="71907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u="sng">
                <a:solidFill>
                  <a:schemeClr val="hlink"/>
                </a:solidFill>
                <a:hlinkClick r:id="rId3"/>
              </a:rPr>
              <a:t>https://www.youtube.com/watch?v=FNwSTrOSgZQ</a:t>
            </a:r>
            <a:endParaRPr/>
          </a:p>
        </p:txBody>
      </p:sp>
      <p:pic>
        <p:nvPicPr>
          <p:cNvPr id="232" name="Google Shape;232;p35"/>
          <p:cNvPicPr preferRelativeResize="0"/>
          <p:nvPr/>
        </p:nvPicPr>
        <p:blipFill>
          <a:blip r:embed="rId4">
            <a:alphaModFix/>
          </a:blip>
          <a:stretch>
            <a:fillRect/>
          </a:stretch>
        </p:blipFill>
        <p:spPr>
          <a:xfrm>
            <a:off x="288975" y="3037351"/>
            <a:ext cx="8314824" cy="1705950"/>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236" name="Shape 236"/>
        <p:cNvGrpSpPr/>
        <p:nvPr/>
      </p:nvGrpSpPr>
      <p:grpSpPr>
        <a:xfrm>
          <a:off x="0" y="0"/>
          <a:ext cx="0" cy="0"/>
          <a:chOff x="0" y="0"/>
          <a:chExt cx="0" cy="0"/>
        </a:xfrm>
      </p:grpSpPr>
      <p:sp>
        <p:nvSpPr>
          <p:cNvPr id="237" name="Google Shape;237;p36"/>
          <p:cNvSpPr txBox="1"/>
          <p:nvPr/>
        </p:nvSpPr>
        <p:spPr>
          <a:xfrm>
            <a:off x="361600" y="499450"/>
            <a:ext cx="3578700" cy="785100"/>
          </a:xfrm>
          <a:prstGeom prst="rect">
            <a:avLst/>
          </a:prstGeom>
          <a:noFill/>
          <a:ln>
            <a:noFill/>
          </a:ln>
        </p:spPr>
        <p:txBody>
          <a:bodyPr anchorCtr="0" anchor="t" bIns="0" lIns="0" spcFirstLastPara="1" rIns="0" wrap="square" tIns="15225">
            <a:spAutoFit/>
          </a:bodyPr>
          <a:lstStyle/>
          <a:p>
            <a:pPr indent="0" lvl="0" marL="12700" rtl="0" algn="l">
              <a:lnSpc>
                <a:spcPct val="100000"/>
              </a:lnSpc>
              <a:spcBef>
                <a:spcPts val="0"/>
              </a:spcBef>
              <a:spcAft>
                <a:spcPts val="0"/>
              </a:spcAft>
              <a:buNone/>
            </a:pPr>
            <a:r>
              <a:rPr lang="es" sz="2500"/>
              <a:t>Administración en linux - Ejemplos de comandos</a:t>
            </a:r>
            <a:endParaRPr sz="2500">
              <a:latin typeface="Arial"/>
              <a:ea typeface="Arial"/>
              <a:cs typeface="Arial"/>
              <a:sym typeface="Arial"/>
            </a:endParaRPr>
          </a:p>
        </p:txBody>
      </p:sp>
      <p:sp>
        <p:nvSpPr>
          <p:cNvPr id="238" name="Google Shape;238;p36"/>
          <p:cNvSpPr txBox="1"/>
          <p:nvPr>
            <p:ph type="title"/>
          </p:nvPr>
        </p:nvSpPr>
        <p:spPr>
          <a:xfrm>
            <a:off x="4972400" y="125631"/>
            <a:ext cx="4014600" cy="567000"/>
          </a:xfrm>
          <a:prstGeom prst="rect">
            <a:avLst/>
          </a:prstGeom>
          <a:noFill/>
          <a:ln>
            <a:noFill/>
          </a:ln>
        </p:spPr>
        <p:txBody>
          <a:bodyPr anchorCtr="0" anchor="t" bIns="0" lIns="0" spcFirstLastPara="1" rIns="0" wrap="square" tIns="12700">
            <a:spAutoFit/>
          </a:bodyPr>
          <a:lstStyle/>
          <a:p>
            <a:pPr indent="0" lvl="0" marL="0" marR="5080" rtl="0" algn="r">
              <a:lnSpc>
                <a:spcPct val="100000"/>
              </a:lnSpc>
              <a:spcBef>
                <a:spcPts val="0"/>
              </a:spcBef>
              <a:spcAft>
                <a:spcPts val="0"/>
              </a:spcAft>
              <a:buNone/>
            </a:pPr>
            <a:r>
              <a:rPr lang="es"/>
              <a:t>Administración de Sistemas Operativos</a:t>
            </a:r>
            <a:endParaRPr/>
          </a:p>
          <a:p>
            <a:pPr indent="0" lvl="0" marL="0" marR="5080" rtl="0" algn="r">
              <a:lnSpc>
                <a:spcPct val="100000"/>
              </a:lnSpc>
              <a:spcBef>
                <a:spcPts val="0"/>
              </a:spcBef>
              <a:spcAft>
                <a:spcPts val="0"/>
              </a:spcAft>
              <a:buNone/>
            </a:pPr>
            <a:r>
              <a:rPr lang="es"/>
              <a:t>UD5- Administración de impresoras</a:t>
            </a:r>
            <a:endParaRPr/>
          </a:p>
        </p:txBody>
      </p:sp>
      <p:sp>
        <p:nvSpPr>
          <p:cNvPr id="239" name="Google Shape;239;p36"/>
          <p:cNvSpPr txBox="1"/>
          <p:nvPr/>
        </p:nvSpPr>
        <p:spPr>
          <a:xfrm>
            <a:off x="361600" y="1412150"/>
            <a:ext cx="8552700" cy="2401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1800">
                <a:solidFill>
                  <a:srgbClr val="595959"/>
                </a:solidFill>
              </a:rPr>
              <a:t>$ lpr -P ACCOUNTING-LASERJET -o landscape -o media=A4 -o two-sided-short-edge finance-report.pdf</a:t>
            </a:r>
            <a:endParaRPr sz="1800">
              <a:solidFill>
                <a:srgbClr val="595959"/>
              </a:solidFill>
            </a:endParaRPr>
          </a:p>
          <a:p>
            <a:pPr indent="0" lvl="0" marL="0" rtl="0" algn="l">
              <a:spcBef>
                <a:spcPts val="0"/>
              </a:spcBef>
              <a:spcAft>
                <a:spcPts val="0"/>
              </a:spcAft>
              <a:buNone/>
            </a:pPr>
            <a:r>
              <a:t/>
            </a:r>
            <a:endParaRPr sz="1800">
              <a:solidFill>
                <a:srgbClr val="595959"/>
              </a:solidFill>
            </a:endParaRPr>
          </a:p>
          <a:p>
            <a:pPr indent="0" lvl="0" marL="0" rtl="0" algn="l">
              <a:spcBef>
                <a:spcPts val="0"/>
              </a:spcBef>
              <a:spcAft>
                <a:spcPts val="0"/>
              </a:spcAft>
              <a:buNone/>
            </a:pPr>
            <a:r>
              <a:rPr lang="es" sz="1800">
                <a:solidFill>
                  <a:srgbClr val="595959"/>
                </a:solidFill>
              </a:rPr>
              <a:t>$ lpr -#7 -o collate=true status-report.pdf</a:t>
            </a:r>
            <a:endParaRPr sz="1800">
              <a:solidFill>
                <a:srgbClr val="595959"/>
              </a:solidFill>
            </a:endParaRPr>
          </a:p>
          <a:p>
            <a:pPr indent="0" lvl="0" marL="0" rtl="0" algn="l">
              <a:spcBef>
                <a:spcPts val="0"/>
              </a:spcBef>
              <a:spcAft>
                <a:spcPts val="0"/>
              </a:spcAft>
              <a:buNone/>
            </a:pPr>
            <a:r>
              <a:t/>
            </a:r>
            <a:endParaRPr sz="1800">
              <a:solidFill>
                <a:srgbClr val="595959"/>
              </a:solidFill>
            </a:endParaRPr>
          </a:p>
          <a:p>
            <a:pPr indent="0" lvl="0" marL="0" rtl="0" algn="l">
              <a:spcBef>
                <a:spcPts val="0"/>
              </a:spcBef>
              <a:spcAft>
                <a:spcPts val="0"/>
              </a:spcAft>
              <a:buNone/>
            </a:pPr>
            <a:r>
              <a:rPr lang="es" sz="1800">
                <a:solidFill>
                  <a:srgbClr val="595959"/>
                </a:solidFill>
              </a:rPr>
              <a:t>$ lp -d ACCOUNTING-LASERJET -n 7 -o collate=true status-report.pdf</a:t>
            </a:r>
            <a:endParaRPr sz="1800">
              <a:solidFill>
                <a:srgbClr val="595959"/>
              </a:solidFill>
            </a:endParaRPr>
          </a:p>
          <a:p>
            <a:pPr indent="0" lvl="0" marL="0" rtl="0" algn="l">
              <a:spcBef>
                <a:spcPts val="0"/>
              </a:spcBef>
              <a:spcAft>
                <a:spcPts val="0"/>
              </a:spcAft>
              <a:buNone/>
            </a:pPr>
            <a:r>
              <a:t/>
            </a:r>
            <a:endParaRPr sz="1800">
              <a:solidFill>
                <a:srgbClr val="595959"/>
              </a:solidFill>
            </a:endParaRPr>
          </a:p>
          <a:p>
            <a:pPr indent="0" lvl="0" marL="0" rtl="0" algn="l">
              <a:spcBef>
                <a:spcPts val="0"/>
              </a:spcBef>
              <a:spcAft>
                <a:spcPts val="0"/>
              </a:spcAft>
              <a:buNone/>
            </a:pPr>
            <a:r>
              <a:rPr lang="es" sz="1800">
                <a:solidFill>
                  <a:srgbClr val="595959"/>
                </a:solidFill>
              </a:rPr>
              <a:t>Gestión de trabajos -&gt; lpq -a</a:t>
            </a:r>
            <a:endParaRPr sz="1800">
              <a:solidFill>
                <a:srgbClr val="595959"/>
              </a:solidFill>
            </a:endParaRPr>
          </a:p>
        </p:txBody>
      </p:sp>
      <p:pic>
        <p:nvPicPr>
          <p:cNvPr id="240" name="Google Shape;240;p36"/>
          <p:cNvPicPr preferRelativeResize="0"/>
          <p:nvPr/>
        </p:nvPicPr>
        <p:blipFill>
          <a:blip r:embed="rId3">
            <a:alphaModFix/>
          </a:blip>
          <a:stretch>
            <a:fillRect/>
          </a:stretch>
        </p:blipFill>
        <p:spPr>
          <a:xfrm>
            <a:off x="294550" y="3987875"/>
            <a:ext cx="8686800" cy="866775"/>
          </a:xfrm>
          <a:prstGeom prst="rect">
            <a:avLst/>
          </a:prstGeom>
          <a:noFill/>
          <a:ln>
            <a:noFill/>
          </a:ln>
        </p:spPr>
      </p:pic>
      <p:sp>
        <p:nvSpPr>
          <p:cNvPr id="241" name="Google Shape;241;p36"/>
          <p:cNvSpPr txBox="1"/>
          <p:nvPr/>
        </p:nvSpPr>
        <p:spPr>
          <a:xfrm>
            <a:off x="3291250" y="4789500"/>
            <a:ext cx="3000000" cy="354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1100" u="sng">
                <a:solidFill>
                  <a:schemeClr val="hlink"/>
                </a:solidFill>
                <a:hlinkClick r:id="rId4"/>
              </a:rPr>
              <a:t>108.4 Lección 1</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245" name="Shape 245"/>
        <p:cNvGrpSpPr/>
        <p:nvPr/>
      </p:nvGrpSpPr>
      <p:grpSpPr>
        <a:xfrm>
          <a:off x="0" y="0"/>
          <a:ext cx="0" cy="0"/>
          <a:chOff x="0" y="0"/>
          <a:chExt cx="0" cy="0"/>
        </a:xfrm>
      </p:grpSpPr>
      <p:sp>
        <p:nvSpPr>
          <p:cNvPr id="246" name="Google Shape;246;p37"/>
          <p:cNvSpPr txBox="1"/>
          <p:nvPr/>
        </p:nvSpPr>
        <p:spPr>
          <a:xfrm>
            <a:off x="361600" y="499450"/>
            <a:ext cx="3578700" cy="785100"/>
          </a:xfrm>
          <a:prstGeom prst="rect">
            <a:avLst/>
          </a:prstGeom>
          <a:noFill/>
          <a:ln>
            <a:noFill/>
          </a:ln>
        </p:spPr>
        <p:txBody>
          <a:bodyPr anchorCtr="0" anchor="t" bIns="0" lIns="0" spcFirstLastPara="1" rIns="0" wrap="square" tIns="15225">
            <a:spAutoFit/>
          </a:bodyPr>
          <a:lstStyle/>
          <a:p>
            <a:pPr indent="0" lvl="0" marL="12700" rtl="0" algn="l">
              <a:lnSpc>
                <a:spcPct val="100000"/>
              </a:lnSpc>
              <a:spcBef>
                <a:spcPts val="0"/>
              </a:spcBef>
              <a:spcAft>
                <a:spcPts val="0"/>
              </a:spcAft>
              <a:buNone/>
            </a:pPr>
            <a:r>
              <a:rPr lang="es" sz="2500"/>
              <a:t>Administración en Windows- Simulación</a:t>
            </a:r>
            <a:endParaRPr sz="2500">
              <a:latin typeface="Arial"/>
              <a:ea typeface="Arial"/>
              <a:cs typeface="Arial"/>
              <a:sym typeface="Arial"/>
            </a:endParaRPr>
          </a:p>
        </p:txBody>
      </p:sp>
      <p:sp>
        <p:nvSpPr>
          <p:cNvPr id="247" name="Google Shape;247;p37"/>
          <p:cNvSpPr txBox="1"/>
          <p:nvPr>
            <p:ph type="title"/>
          </p:nvPr>
        </p:nvSpPr>
        <p:spPr>
          <a:xfrm>
            <a:off x="4972400" y="125631"/>
            <a:ext cx="4014600" cy="567000"/>
          </a:xfrm>
          <a:prstGeom prst="rect">
            <a:avLst/>
          </a:prstGeom>
          <a:noFill/>
          <a:ln>
            <a:noFill/>
          </a:ln>
        </p:spPr>
        <p:txBody>
          <a:bodyPr anchorCtr="0" anchor="t" bIns="0" lIns="0" spcFirstLastPara="1" rIns="0" wrap="square" tIns="12700">
            <a:spAutoFit/>
          </a:bodyPr>
          <a:lstStyle/>
          <a:p>
            <a:pPr indent="0" lvl="0" marL="0" marR="5080" rtl="0" algn="r">
              <a:lnSpc>
                <a:spcPct val="100000"/>
              </a:lnSpc>
              <a:spcBef>
                <a:spcPts val="0"/>
              </a:spcBef>
              <a:spcAft>
                <a:spcPts val="0"/>
              </a:spcAft>
              <a:buNone/>
            </a:pPr>
            <a:r>
              <a:rPr lang="es"/>
              <a:t>Administración de Sistemas Operativos</a:t>
            </a:r>
            <a:endParaRPr/>
          </a:p>
          <a:p>
            <a:pPr indent="0" lvl="0" marL="0" marR="5080" rtl="0" algn="r">
              <a:lnSpc>
                <a:spcPct val="100000"/>
              </a:lnSpc>
              <a:spcBef>
                <a:spcPts val="0"/>
              </a:spcBef>
              <a:spcAft>
                <a:spcPts val="0"/>
              </a:spcAft>
              <a:buNone/>
            </a:pPr>
            <a:r>
              <a:rPr lang="es"/>
              <a:t>UD5- Administración de impresoras</a:t>
            </a:r>
            <a:endParaRPr/>
          </a:p>
        </p:txBody>
      </p:sp>
      <p:sp>
        <p:nvSpPr>
          <p:cNvPr id="248" name="Google Shape;248;p37"/>
          <p:cNvSpPr txBox="1"/>
          <p:nvPr/>
        </p:nvSpPr>
        <p:spPr>
          <a:xfrm>
            <a:off x="2246650" y="1440075"/>
            <a:ext cx="6663600" cy="3232500"/>
          </a:xfrm>
          <a:prstGeom prst="rect">
            <a:avLst/>
          </a:prstGeom>
          <a:noFill/>
          <a:ln>
            <a:noFill/>
          </a:ln>
        </p:spPr>
        <p:txBody>
          <a:bodyPr anchorCtr="0" anchor="t" bIns="91425" lIns="91425" spcFirstLastPara="1" rIns="91425" wrap="square" tIns="91425">
            <a:spAutoFit/>
          </a:bodyPr>
          <a:lstStyle/>
          <a:p>
            <a:pPr indent="-342900" lvl="0" marL="457200" rtl="0" algn="l">
              <a:spcBef>
                <a:spcPts val="0"/>
              </a:spcBef>
              <a:spcAft>
                <a:spcPts val="0"/>
              </a:spcAft>
              <a:buClr>
                <a:srgbClr val="595959"/>
              </a:buClr>
              <a:buSzPts val="1800"/>
              <a:buAutoNum type="arabicPeriod"/>
            </a:pPr>
            <a:r>
              <a:rPr lang="es" sz="1800">
                <a:solidFill>
                  <a:srgbClr val="595959"/>
                </a:solidFill>
              </a:rPr>
              <a:t>Instalamos servicios de impresión dentro de las características del servidor</a:t>
            </a:r>
            <a:endParaRPr sz="1800">
              <a:solidFill>
                <a:srgbClr val="595959"/>
              </a:solidFill>
            </a:endParaRPr>
          </a:p>
          <a:p>
            <a:pPr indent="-342900" lvl="0" marL="457200" rtl="0" algn="l">
              <a:spcBef>
                <a:spcPts val="0"/>
              </a:spcBef>
              <a:spcAft>
                <a:spcPts val="0"/>
              </a:spcAft>
              <a:buClr>
                <a:srgbClr val="595959"/>
              </a:buClr>
              <a:buSzPts val="1800"/>
              <a:buAutoNum type="arabicPeriod"/>
            </a:pPr>
            <a:r>
              <a:rPr lang="es" sz="1800">
                <a:solidFill>
                  <a:srgbClr val="595959"/>
                </a:solidFill>
              </a:rPr>
              <a:t>Permitimos la impresión por internet y el servicio LPD</a:t>
            </a:r>
            <a:endParaRPr sz="1800">
              <a:solidFill>
                <a:srgbClr val="595959"/>
              </a:solidFill>
            </a:endParaRPr>
          </a:p>
          <a:p>
            <a:pPr indent="-342900" lvl="0" marL="457200" rtl="0" algn="l">
              <a:spcBef>
                <a:spcPts val="0"/>
              </a:spcBef>
              <a:spcAft>
                <a:spcPts val="0"/>
              </a:spcAft>
              <a:buClr>
                <a:srgbClr val="595959"/>
              </a:buClr>
              <a:buSzPts val="1800"/>
              <a:buAutoNum type="arabicPeriod"/>
            </a:pPr>
            <a:r>
              <a:rPr lang="es" sz="1800">
                <a:solidFill>
                  <a:srgbClr val="595959"/>
                </a:solidFill>
              </a:rPr>
              <a:t>Entramos en servicios de administración de impresión</a:t>
            </a:r>
            <a:endParaRPr sz="1800">
              <a:solidFill>
                <a:srgbClr val="595959"/>
              </a:solidFill>
            </a:endParaRPr>
          </a:p>
          <a:p>
            <a:pPr indent="-342900" lvl="0" marL="457200" rtl="0" algn="l">
              <a:spcBef>
                <a:spcPts val="0"/>
              </a:spcBef>
              <a:spcAft>
                <a:spcPts val="0"/>
              </a:spcAft>
              <a:buClr>
                <a:srgbClr val="595959"/>
              </a:buClr>
              <a:buSzPts val="1800"/>
              <a:buAutoNum type="arabicPeriod"/>
            </a:pPr>
            <a:r>
              <a:rPr lang="es" sz="1800">
                <a:solidFill>
                  <a:srgbClr val="595959"/>
                </a:solidFill>
              </a:rPr>
              <a:t>Dentro de nuestro servidor comprobamos que todo está bien instalado</a:t>
            </a:r>
            <a:endParaRPr sz="1800">
              <a:solidFill>
                <a:srgbClr val="595959"/>
              </a:solidFill>
            </a:endParaRPr>
          </a:p>
          <a:p>
            <a:pPr indent="-342900" lvl="0" marL="457200" rtl="0" algn="l">
              <a:spcBef>
                <a:spcPts val="0"/>
              </a:spcBef>
              <a:spcAft>
                <a:spcPts val="0"/>
              </a:spcAft>
              <a:buClr>
                <a:srgbClr val="595959"/>
              </a:buClr>
              <a:buSzPts val="1800"/>
              <a:buAutoNum type="arabicPeriod"/>
            </a:pPr>
            <a:r>
              <a:rPr lang="es" sz="1800">
                <a:solidFill>
                  <a:srgbClr val="595959"/>
                </a:solidFill>
              </a:rPr>
              <a:t>Instalamos una impresora virtual como PDF24 y la agregamos dentro de esta pestaña</a:t>
            </a:r>
            <a:endParaRPr sz="1800">
              <a:solidFill>
                <a:srgbClr val="595959"/>
              </a:solidFill>
            </a:endParaRPr>
          </a:p>
          <a:p>
            <a:pPr indent="-342900" lvl="0" marL="457200" rtl="0" algn="l">
              <a:spcBef>
                <a:spcPts val="0"/>
              </a:spcBef>
              <a:spcAft>
                <a:spcPts val="0"/>
              </a:spcAft>
              <a:buClr>
                <a:srgbClr val="595959"/>
              </a:buClr>
              <a:buSzPts val="1800"/>
              <a:buAutoNum type="arabicPeriod"/>
            </a:pPr>
            <a:r>
              <a:rPr lang="es" sz="1800">
                <a:solidFill>
                  <a:srgbClr val="595959"/>
                </a:solidFill>
              </a:rPr>
              <a:t>Probamos a imprimir por nuestra nueva impresora</a:t>
            </a:r>
            <a:endParaRPr sz="1800">
              <a:solidFill>
                <a:srgbClr val="595959"/>
              </a:solidFill>
            </a:endParaRPr>
          </a:p>
          <a:p>
            <a:pPr indent="0" lvl="0" marL="0" rtl="0" algn="l">
              <a:spcBef>
                <a:spcPts val="0"/>
              </a:spcBef>
              <a:spcAft>
                <a:spcPts val="0"/>
              </a:spcAft>
              <a:buNone/>
            </a:pPr>
            <a:r>
              <a:t/>
            </a:r>
            <a:endParaRPr sz="1800">
              <a:solidFill>
                <a:srgbClr val="595959"/>
              </a:solidFill>
            </a:endParaRPr>
          </a:p>
          <a:p>
            <a:pPr indent="0" lvl="0" marL="0" rtl="0" algn="l">
              <a:spcBef>
                <a:spcPts val="0"/>
              </a:spcBef>
              <a:spcAft>
                <a:spcPts val="0"/>
              </a:spcAft>
              <a:buNone/>
            </a:pPr>
            <a:r>
              <a:t/>
            </a:r>
            <a:endParaRPr sz="1800">
              <a:solidFill>
                <a:srgbClr val="595959"/>
              </a:solidFill>
            </a:endParaRPr>
          </a:p>
        </p:txBody>
      </p:sp>
      <p:sp>
        <p:nvSpPr>
          <p:cNvPr id="249" name="Google Shape;249;p37"/>
          <p:cNvSpPr txBox="1"/>
          <p:nvPr/>
        </p:nvSpPr>
        <p:spPr>
          <a:xfrm>
            <a:off x="1335000" y="4639275"/>
            <a:ext cx="71907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u="sng">
                <a:solidFill>
                  <a:schemeClr val="hlink"/>
                </a:solidFill>
                <a:hlinkClick r:id="rId3"/>
              </a:rPr>
              <a:t>https://www.youtube.com/watch?v=AJZpkJvI2Pc</a:t>
            </a:r>
            <a:endParaRPr/>
          </a:p>
        </p:txBody>
      </p:sp>
      <p:pic>
        <p:nvPicPr>
          <p:cNvPr id="250" name="Google Shape;250;p37"/>
          <p:cNvPicPr preferRelativeResize="0"/>
          <p:nvPr/>
        </p:nvPicPr>
        <p:blipFill>
          <a:blip r:embed="rId4">
            <a:alphaModFix/>
          </a:blip>
          <a:stretch>
            <a:fillRect/>
          </a:stretch>
        </p:blipFill>
        <p:spPr>
          <a:xfrm>
            <a:off x="175525" y="1990988"/>
            <a:ext cx="1941850" cy="1941850"/>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254" name="Shape 254"/>
        <p:cNvGrpSpPr/>
        <p:nvPr/>
      </p:nvGrpSpPr>
      <p:grpSpPr>
        <a:xfrm>
          <a:off x="0" y="0"/>
          <a:ext cx="0" cy="0"/>
          <a:chOff x="0" y="0"/>
          <a:chExt cx="0" cy="0"/>
        </a:xfrm>
      </p:grpSpPr>
      <p:sp>
        <p:nvSpPr>
          <p:cNvPr id="255" name="Google Shape;255;p38"/>
          <p:cNvSpPr txBox="1"/>
          <p:nvPr/>
        </p:nvSpPr>
        <p:spPr>
          <a:xfrm>
            <a:off x="361600" y="499450"/>
            <a:ext cx="3578700" cy="785100"/>
          </a:xfrm>
          <a:prstGeom prst="rect">
            <a:avLst/>
          </a:prstGeom>
          <a:noFill/>
          <a:ln>
            <a:noFill/>
          </a:ln>
        </p:spPr>
        <p:txBody>
          <a:bodyPr anchorCtr="0" anchor="t" bIns="0" lIns="0" spcFirstLastPara="1" rIns="0" wrap="square" tIns="15225">
            <a:spAutoFit/>
          </a:bodyPr>
          <a:lstStyle/>
          <a:p>
            <a:pPr indent="0" lvl="0" marL="12700" rtl="0" algn="l">
              <a:lnSpc>
                <a:spcPct val="100000"/>
              </a:lnSpc>
              <a:spcBef>
                <a:spcPts val="0"/>
              </a:spcBef>
              <a:spcAft>
                <a:spcPts val="0"/>
              </a:spcAft>
              <a:buNone/>
            </a:pPr>
            <a:r>
              <a:rPr lang="es" sz="2500"/>
              <a:t>Administración en Windows- Simulación</a:t>
            </a:r>
            <a:endParaRPr sz="2500">
              <a:latin typeface="Arial"/>
              <a:ea typeface="Arial"/>
              <a:cs typeface="Arial"/>
              <a:sym typeface="Arial"/>
            </a:endParaRPr>
          </a:p>
        </p:txBody>
      </p:sp>
      <p:sp>
        <p:nvSpPr>
          <p:cNvPr id="256" name="Google Shape;256;p38"/>
          <p:cNvSpPr txBox="1"/>
          <p:nvPr>
            <p:ph type="title"/>
          </p:nvPr>
        </p:nvSpPr>
        <p:spPr>
          <a:xfrm>
            <a:off x="4972400" y="125631"/>
            <a:ext cx="4014600" cy="567000"/>
          </a:xfrm>
          <a:prstGeom prst="rect">
            <a:avLst/>
          </a:prstGeom>
          <a:noFill/>
          <a:ln>
            <a:noFill/>
          </a:ln>
        </p:spPr>
        <p:txBody>
          <a:bodyPr anchorCtr="0" anchor="t" bIns="0" lIns="0" spcFirstLastPara="1" rIns="0" wrap="square" tIns="12700">
            <a:spAutoFit/>
          </a:bodyPr>
          <a:lstStyle/>
          <a:p>
            <a:pPr indent="0" lvl="0" marL="0" marR="5080" rtl="0" algn="r">
              <a:lnSpc>
                <a:spcPct val="100000"/>
              </a:lnSpc>
              <a:spcBef>
                <a:spcPts val="0"/>
              </a:spcBef>
              <a:spcAft>
                <a:spcPts val="0"/>
              </a:spcAft>
              <a:buNone/>
            </a:pPr>
            <a:r>
              <a:rPr lang="es"/>
              <a:t>Administración de Sistemas Operativos</a:t>
            </a:r>
            <a:endParaRPr/>
          </a:p>
          <a:p>
            <a:pPr indent="0" lvl="0" marL="0" marR="5080" rtl="0" algn="r">
              <a:lnSpc>
                <a:spcPct val="100000"/>
              </a:lnSpc>
              <a:spcBef>
                <a:spcPts val="0"/>
              </a:spcBef>
              <a:spcAft>
                <a:spcPts val="0"/>
              </a:spcAft>
              <a:buNone/>
            </a:pPr>
            <a:r>
              <a:rPr lang="es"/>
              <a:t>UD5- Administración de impresoras</a:t>
            </a:r>
            <a:endParaRPr/>
          </a:p>
        </p:txBody>
      </p:sp>
      <p:sp>
        <p:nvSpPr>
          <p:cNvPr id="257" name="Google Shape;257;p38"/>
          <p:cNvSpPr txBox="1"/>
          <p:nvPr/>
        </p:nvSpPr>
        <p:spPr>
          <a:xfrm>
            <a:off x="1335000" y="4639275"/>
            <a:ext cx="71907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u="sng">
                <a:solidFill>
                  <a:schemeClr val="hlink"/>
                </a:solidFill>
                <a:hlinkClick r:id="rId3"/>
              </a:rPr>
              <a:t>https://www.youtube.com/watch?v=AJZpkJvI2Pc</a:t>
            </a:r>
            <a:endParaRPr/>
          </a:p>
        </p:txBody>
      </p:sp>
      <p:pic>
        <p:nvPicPr>
          <p:cNvPr id="258" name="Google Shape;258;p38"/>
          <p:cNvPicPr preferRelativeResize="0"/>
          <p:nvPr/>
        </p:nvPicPr>
        <p:blipFill>
          <a:blip r:embed="rId4">
            <a:alphaModFix/>
          </a:blip>
          <a:stretch>
            <a:fillRect/>
          </a:stretch>
        </p:blipFill>
        <p:spPr>
          <a:xfrm>
            <a:off x="545051" y="1736425"/>
            <a:ext cx="3133824" cy="2336726"/>
          </a:xfrm>
          <a:prstGeom prst="rect">
            <a:avLst/>
          </a:prstGeom>
          <a:noFill/>
          <a:ln>
            <a:noFill/>
          </a:ln>
        </p:spPr>
      </p:pic>
      <p:pic>
        <p:nvPicPr>
          <p:cNvPr id="259" name="Google Shape;259;p38"/>
          <p:cNvPicPr preferRelativeResize="0"/>
          <p:nvPr/>
        </p:nvPicPr>
        <p:blipFill>
          <a:blip r:embed="rId5">
            <a:alphaModFix/>
          </a:blip>
          <a:stretch>
            <a:fillRect/>
          </a:stretch>
        </p:blipFill>
        <p:spPr>
          <a:xfrm>
            <a:off x="4381203" y="1736425"/>
            <a:ext cx="3101400" cy="2201124"/>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263" name="Shape 263"/>
        <p:cNvGrpSpPr/>
        <p:nvPr/>
      </p:nvGrpSpPr>
      <p:grpSpPr>
        <a:xfrm>
          <a:off x="0" y="0"/>
          <a:ext cx="0" cy="0"/>
          <a:chOff x="0" y="0"/>
          <a:chExt cx="0" cy="0"/>
        </a:xfrm>
      </p:grpSpPr>
      <p:sp>
        <p:nvSpPr>
          <p:cNvPr id="264" name="Google Shape;264;p39"/>
          <p:cNvSpPr txBox="1"/>
          <p:nvPr/>
        </p:nvSpPr>
        <p:spPr>
          <a:xfrm>
            <a:off x="361600" y="499450"/>
            <a:ext cx="3578700" cy="785100"/>
          </a:xfrm>
          <a:prstGeom prst="rect">
            <a:avLst/>
          </a:prstGeom>
          <a:noFill/>
          <a:ln>
            <a:noFill/>
          </a:ln>
        </p:spPr>
        <p:txBody>
          <a:bodyPr anchorCtr="0" anchor="t" bIns="0" lIns="0" spcFirstLastPara="1" rIns="0" wrap="square" tIns="15225">
            <a:spAutoFit/>
          </a:bodyPr>
          <a:lstStyle/>
          <a:p>
            <a:pPr indent="0" lvl="0" marL="12700" rtl="0" algn="l">
              <a:lnSpc>
                <a:spcPct val="100000"/>
              </a:lnSpc>
              <a:spcBef>
                <a:spcPts val="0"/>
              </a:spcBef>
              <a:spcAft>
                <a:spcPts val="0"/>
              </a:spcAft>
              <a:buNone/>
            </a:pPr>
            <a:r>
              <a:rPr lang="es" sz="2500"/>
              <a:t>Administración en Windows- Simulación</a:t>
            </a:r>
            <a:endParaRPr sz="2500">
              <a:latin typeface="Arial"/>
              <a:ea typeface="Arial"/>
              <a:cs typeface="Arial"/>
              <a:sym typeface="Arial"/>
            </a:endParaRPr>
          </a:p>
        </p:txBody>
      </p:sp>
      <p:sp>
        <p:nvSpPr>
          <p:cNvPr id="265" name="Google Shape;265;p39"/>
          <p:cNvSpPr txBox="1"/>
          <p:nvPr>
            <p:ph type="title"/>
          </p:nvPr>
        </p:nvSpPr>
        <p:spPr>
          <a:xfrm>
            <a:off x="4972400" y="125631"/>
            <a:ext cx="4014600" cy="567000"/>
          </a:xfrm>
          <a:prstGeom prst="rect">
            <a:avLst/>
          </a:prstGeom>
          <a:noFill/>
          <a:ln>
            <a:noFill/>
          </a:ln>
        </p:spPr>
        <p:txBody>
          <a:bodyPr anchorCtr="0" anchor="t" bIns="0" lIns="0" spcFirstLastPara="1" rIns="0" wrap="square" tIns="12700">
            <a:spAutoFit/>
          </a:bodyPr>
          <a:lstStyle/>
          <a:p>
            <a:pPr indent="0" lvl="0" marL="0" marR="5080" rtl="0" algn="r">
              <a:lnSpc>
                <a:spcPct val="100000"/>
              </a:lnSpc>
              <a:spcBef>
                <a:spcPts val="0"/>
              </a:spcBef>
              <a:spcAft>
                <a:spcPts val="0"/>
              </a:spcAft>
              <a:buNone/>
            </a:pPr>
            <a:r>
              <a:rPr lang="es"/>
              <a:t>Administración de Sistemas Operativos</a:t>
            </a:r>
            <a:endParaRPr/>
          </a:p>
          <a:p>
            <a:pPr indent="0" lvl="0" marL="0" marR="5080" rtl="0" algn="r">
              <a:lnSpc>
                <a:spcPct val="100000"/>
              </a:lnSpc>
              <a:spcBef>
                <a:spcPts val="0"/>
              </a:spcBef>
              <a:spcAft>
                <a:spcPts val="0"/>
              </a:spcAft>
              <a:buNone/>
            </a:pPr>
            <a:r>
              <a:rPr lang="es"/>
              <a:t>UD5- Administración de impresoras</a:t>
            </a:r>
            <a:endParaRPr/>
          </a:p>
        </p:txBody>
      </p:sp>
      <p:sp>
        <p:nvSpPr>
          <p:cNvPr id="266" name="Google Shape;266;p39"/>
          <p:cNvSpPr txBox="1"/>
          <p:nvPr/>
        </p:nvSpPr>
        <p:spPr>
          <a:xfrm>
            <a:off x="1335000" y="4639275"/>
            <a:ext cx="71907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u="sng">
                <a:solidFill>
                  <a:schemeClr val="hlink"/>
                </a:solidFill>
                <a:hlinkClick r:id="rId3"/>
              </a:rPr>
              <a:t>https://www.youtube.com/watch?v=AJZpkJvI2Pc</a:t>
            </a:r>
            <a:endParaRPr/>
          </a:p>
        </p:txBody>
      </p:sp>
      <p:pic>
        <p:nvPicPr>
          <p:cNvPr id="267" name="Google Shape;267;p39"/>
          <p:cNvPicPr preferRelativeResize="0"/>
          <p:nvPr/>
        </p:nvPicPr>
        <p:blipFill>
          <a:blip r:embed="rId4">
            <a:alphaModFix/>
          </a:blip>
          <a:stretch>
            <a:fillRect/>
          </a:stretch>
        </p:blipFill>
        <p:spPr>
          <a:xfrm>
            <a:off x="184925" y="1781550"/>
            <a:ext cx="4084475" cy="2053150"/>
          </a:xfrm>
          <a:prstGeom prst="rect">
            <a:avLst/>
          </a:prstGeom>
          <a:noFill/>
          <a:ln>
            <a:noFill/>
          </a:ln>
        </p:spPr>
      </p:pic>
      <p:pic>
        <p:nvPicPr>
          <p:cNvPr id="268" name="Google Shape;268;p39"/>
          <p:cNvPicPr preferRelativeResize="0"/>
          <p:nvPr/>
        </p:nvPicPr>
        <p:blipFill>
          <a:blip r:embed="rId5">
            <a:alphaModFix/>
          </a:blip>
          <a:stretch>
            <a:fillRect/>
          </a:stretch>
        </p:blipFill>
        <p:spPr>
          <a:xfrm>
            <a:off x="4090574" y="1605125"/>
            <a:ext cx="4657701" cy="1451500"/>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272" name="Shape 272"/>
        <p:cNvGrpSpPr/>
        <p:nvPr/>
      </p:nvGrpSpPr>
      <p:grpSpPr>
        <a:xfrm>
          <a:off x="0" y="0"/>
          <a:ext cx="0" cy="0"/>
          <a:chOff x="0" y="0"/>
          <a:chExt cx="0" cy="0"/>
        </a:xfrm>
      </p:grpSpPr>
      <p:sp>
        <p:nvSpPr>
          <p:cNvPr id="273" name="Google Shape;273;p40"/>
          <p:cNvSpPr txBox="1"/>
          <p:nvPr/>
        </p:nvSpPr>
        <p:spPr>
          <a:xfrm>
            <a:off x="361600" y="499450"/>
            <a:ext cx="4861500" cy="785100"/>
          </a:xfrm>
          <a:prstGeom prst="rect">
            <a:avLst/>
          </a:prstGeom>
          <a:noFill/>
          <a:ln>
            <a:noFill/>
          </a:ln>
        </p:spPr>
        <p:txBody>
          <a:bodyPr anchorCtr="0" anchor="t" bIns="0" lIns="0" spcFirstLastPara="1" rIns="0" wrap="square" tIns="15225">
            <a:spAutoFit/>
          </a:bodyPr>
          <a:lstStyle/>
          <a:p>
            <a:pPr indent="0" lvl="0" marL="12700" rtl="0" algn="l">
              <a:lnSpc>
                <a:spcPct val="100000"/>
              </a:lnSpc>
              <a:spcBef>
                <a:spcPts val="0"/>
              </a:spcBef>
              <a:spcAft>
                <a:spcPts val="0"/>
              </a:spcAft>
              <a:buNone/>
            </a:pPr>
            <a:r>
              <a:rPr lang="es" sz="2500"/>
              <a:t>Administración en Windows- Compartir impresora</a:t>
            </a:r>
            <a:endParaRPr sz="2500">
              <a:latin typeface="Arial"/>
              <a:ea typeface="Arial"/>
              <a:cs typeface="Arial"/>
              <a:sym typeface="Arial"/>
            </a:endParaRPr>
          </a:p>
        </p:txBody>
      </p:sp>
      <p:sp>
        <p:nvSpPr>
          <p:cNvPr id="274" name="Google Shape;274;p40"/>
          <p:cNvSpPr txBox="1"/>
          <p:nvPr>
            <p:ph type="title"/>
          </p:nvPr>
        </p:nvSpPr>
        <p:spPr>
          <a:xfrm>
            <a:off x="4972400" y="125631"/>
            <a:ext cx="4014600" cy="567000"/>
          </a:xfrm>
          <a:prstGeom prst="rect">
            <a:avLst/>
          </a:prstGeom>
          <a:noFill/>
          <a:ln>
            <a:noFill/>
          </a:ln>
        </p:spPr>
        <p:txBody>
          <a:bodyPr anchorCtr="0" anchor="t" bIns="0" lIns="0" spcFirstLastPara="1" rIns="0" wrap="square" tIns="12700">
            <a:spAutoFit/>
          </a:bodyPr>
          <a:lstStyle/>
          <a:p>
            <a:pPr indent="0" lvl="0" marL="0" marR="5080" rtl="0" algn="r">
              <a:lnSpc>
                <a:spcPct val="100000"/>
              </a:lnSpc>
              <a:spcBef>
                <a:spcPts val="0"/>
              </a:spcBef>
              <a:spcAft>
                <a:spcPts val="0"/>
              </a:spcAft>
              <a:buNone/>
            </a:pPr>
            <a:r>
              <a:rPr lang="es"/>
              <a:t>Administración de Sistemas Operativos</a:t>
            </a:r>
            <a:endParaRPr/>
          </a:p>
          <a:p>
            <a:pPr indent="0" lvl="0" marL="0" marR="5080" rtl="0" algn="r">
              <a:lnSpc>
                <a:spcPct val="100000"/>
              </a:lnSpc>
              <a:spcBef>
                <a:spcPts val="0"/>
              </a:spcBef>
              <a:spcAft>
                <a:spcPts val="0"/>
              </a:spcAft>
              <a:buNone/>
            </a:pPr>
            <a:r>
              <a:rPr lang="es"/>
              <a:t>UD5- Administración de impresoras</a:t>
            </a:r>
            <a:endParaRPr/>
          </a:p>
        </p:txBody>
      </p:sp>
      <p:sp>
        <p:nvSpPr>
          <p:cNvPr id="275" name="Google Shape;275;p40"/>
          <p:cNvSpPr txBox="1"/>
          <p:nvPr/>
        </p:nvSpPr>
        <p:spPr>
          <a:xfrm>
            <a:off x="2246650" y="1440075"/>
            <a:ext cx="6663600" cy="1569900"/>
          </a:xfrm>
          <a:prstGeom prst="rect">
            <a:avLst/>
          </a:prstGeom>
          <a:noFill/>
          <a:ln>
            <a:noFill/>
          </a:ln>
        </p:spPr>
        <p:txBody>
          <a:bodyPr anchorCtr="0" anchor="t" bIns="91425" lIns="91425" spcFirstLastPara="1" rIns="91425" wrap="square" tIns="91425">
            <a:spAutoFit/>
          </a:bodyPr>
          <a:lstStyle/>
          <a:p>
            <a:pPr indent="-342900" lvl="0" marL="457200" rtl="0" algn="l">
              <a:spcBef>
                <a:spcPts val="0"/>
              </a:spcBef>
              <a:spcAft>
                <a:spcPts val="0"/>
              </a:spcAft>
              <a:buClr>
                <a:srgbClr val="595959"/>
              </a:buClr>
              <a:buSzPts val="1800"/>
              <a:buAutoNum type="arabicPeriod"/>
            </a:pPr>
            <a:r>
              <a:rPr lang="es" sz="1800">
                <a:solidFill>
                  <a:srgbClr val="595959"/>
                </a:solidFill>
              </a:rPr>
              <a:t>Click derecho en la nueva impresora administrar uso compartido</a:t>
            </a:r>
            <a:endParaRPr sz="1800">
              <a:solidFill>
                <a:srgbClr val="595959"/>
              </a:solidFill>
            </a:endParaRPr>
          </a:p>
          <a:p>
            <a:pPr indent="-342900" lvl="0" marL="457200" rtl="0" algn="l">
              <a:spcBef>
                <a:spcPts val="0"/>
              </a:spcBef>
              <a:spcAft>
                <a:spcPts val="0"/>
              </a:spcAft>
              <a:buClr>
                <a:srgbClr val="595959"/>
              </a:buClr>
              <a:buSzPts val="1800"/>
              <a:buAutoNum type="arabicPeriod"/>
            </a:pPr>
            <a:r>
              <a:rPr lang="es" sz="1800">
                <a:solidFill>
                  <a:srgbClr val="595959"/>
                </a:solidFill>
              </a:rPr>
              <a:t>Seleccionar uso compartido </a:t>
            </a:r>
            <a:endParaRPr sz="1800">
              <a:solidFill>
                <a:srgbClr val="595959"/>
              </a:solidFill>
            </a:endParaRPr>
          </a:p>
          <a:p>
            <a:pPr indent="-342900" lvl="0" marL="457200" rtl="0" algn="l">
              <a:spcBef>
                <a:spcPts val="0"/>
              </a:spcBef>
              <a:spcAft>
                <a:spcPts val="0"/>
              </a:spcAft>
              <a:buClr>
                <a:srgbClr val="595959"/>
              </a:buClr>
              <a:buSzPts val="1800"/>
              <a:buAutoNum type="arabicPeriod"/>
            </a:pPr>
            <a:r>
              <a:rPr lang="es" sz="1800">
                <a:solidFill>
                  <a:srgbClr val="595959"/>
                </a:solidFill>
              </a:rPr>
              <a:t>Comprobar en un cliente que tenemos acceso desde la red de un cliente (necesario que esté en la misma red)</a:t>
            </a:r>
            <a:endParaRPr sz="1800">
              <a:solidFill>
                <a:srgbClr val="595959"/>
              </a:solidFill>
            </a:endParaRPr>
          </a:p>
        </p:txBody>
      </p:sp>
      <p:sp>
        <p:nvSpPr>
          <p:cNvPr id="276" name="Google Shape;276;p40"/>
          <p:cNvSpPr txBox="1"/>
          <p:nvPr/>
        </p:nvSpPr>
        <p:spPr>
          <a:xfrm>
            <a:off x="1335000" y="4639275"/>
            <a:ext cx="71907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u="sng">
                <a:solidFill>
                  <a:schemeClr val="hlink"/>
                </a:solidFill>
                <a:hlinkClick r:id="rId3"/>
              </a:rPr>
              <a:t>https://www.youtube.com/watch?v=AJZpkJvI2Pc</a:t>
            </a:r>
            <a:endParaRPr/>
          </a:p>
        </p:txBody>
      </p:sp>
      <p:pic>
        <p:nvPicPr>
          <p:cNvPr id="277" name="Google Shape;277;p40"/>
          <p:cNvPicPr preferRelativeResize="0"/>
          <p:nvPr/>
        </p:nvPicPr>
        <p:blipFill>
          <a:blip r:embed="rId4">
            <a:alphaModFix/>
          </a:blip>
          <a:stretch>
            <a:fillRect/>
          </a:stretch>
        </p:blipFill>
        <p:spPr>
          <a:xfrm>
            <a:off x="175525" y="1990988"/>
            <a:ext cx="1941850" cy="1941850"/>
          </a:xfrm>
          <a:prstGeom prst="rect">
            <a:avLst/>
          </a:prstGeom>
          <a:noFill/>
          <a:ln>
            <a:noFill/>
          </a:ln>
        </p:spPr>
      </p:pic>
      <p:pic>
        <p:nvPicPr>
          <p:cNvPr id="278" name="Google Shape;278;p40"/>
          <p:cNvPicPr preferRelativeResize="0"/>
          <p:nvPr/>
        </p:nvPicPr>
        <p:blipFill>
          <a:blip r:embed="rId5">
            <a:alphaModFix/>
          </a:blip>
          <a:stretch>
            <a:fillRect/>
          </a:stretch>
        </p:blipFill>
        <p:spPr>
          <a:xfrm>
            <a:off x="2452575" y="3064600"/>
            <a:ext cx="2119433" cy="1601400"/>
          </a:xfrm>
          <a:prstGeom prst="rect">
            <a:avLst/>
          </a:prstGeom>
          <a:noFill/>
          <a:ln>
            <a:noFill/>
          </a:ln>
        </p:spPr>
      </p:pic>
      <p:pic>
        <p:nvPicPr>
          <p:cNvPr id="279" name="Google Shape;279;p40"/>
          <p:cNvPicPr preferRelativeResize="0"/>
          <p:nvPr/>
        </p:nvPicPr>
        <p:blipFill>
          <a:blip r:embed="rId6">
            <a:alphaModFix/>
          </a:blip>
          <a:stretch>
            <a:fillRect/>
          </a:stretch>
        </p:blipFill>
        <p:spPr>
          <a:xfrm>
            <a:off x="6208375" y="3009975"/>
            <a:ext cx="2413199" cy="1798126"/>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283" name="Shape 283"/>
        <p:cNvGrpSpPr/>
        <p:nvPr/>
      </p:nvGrpSpPr>
      <p:grpSpPr>
        <a:xfrm>
          <a:off x="0" y="0"/>
          <a:ext cx="0" cy="0"/>
          <a:chOff x="0" y="0"/>
          <a:chExt cx="0" cy="0"/>
        </a:xfrm>
      </p:grpSpPr>
      <p:sp>
        <p:nvSpPr>
          <p:cNvPr id="284" name="Google Shape;284;p41"/>
          <p:cNvSpPr txBox="1"/>
          <p:nvPr/>
        </p:nvSpPr>
        <p:spPr>
          <a:xfrm>
            <a:off x="361600" y="499450"/>
            <a:ext cx="4861500" cy="785100"/>
          </a:xfrm>
          <a:prstGeom prst="rect">
            <a:avLst/>
          </a:prstGeom>
          <a:noFill/>
          <a:ln>
            <a:noFill/>
          </a:ln>
        </p:spPr>
        <p:txBody>
          <a:bodyPr anchorCtr="0" anchor="t" bIns="0" lIns="0" spcFirstLastPara="1" rIns="0" wrap="square" tIns="15225">
            <a:spAutoFit/>
          </a:bodyPr>
          <a:lstStyle/>
          <a:p>
            <a:pPr indent="0" lvl="0" marL="12700" rtl="0" algn="l">
              <a:lnSpc>
                <a:spcPct val="100000"/>
              </a:lnSpc>
              <a:spcBef>
                <a:spcPts val="0"/>
              </a:spcBef>
              <a:spcAft>
                <a:spcPts val="0"/>
              </a:spcAft>
              <a:buNone/>
            </a:pPr>
            <a:r>
              <a:rPr lang="es" sz="2500"/>
              <a:t>Administración en Windows- Compartir impresora</a:t>
            </a:r>
            <a:endParaRPr sz="2500">
              <a:latin typeface="Arial"/>
              <a:ea typeface="Arial"/>
              <a:cs typeface="Arial"/>
              <a:sym typeface="Arial"/>
            </a:endParaRPr>
          </a:p>
        </p:txBody>
      </p:sp>
      <p:sp>
        <p:nvSpPr>
          <p:cNvPr id="285" name="Google Shape;285;p41"/>
          <p:cNvSpPr txBox="1"/>
          <p:nvPr>
            <p:ph type="title"/>
          </p:nvPr>
        </p:nvSpPr>
        <p:spPr>
          <a:xfrm>
            <a:off x="4972400" y="125631"/>
            <a:ext cx="4014600" cy="567000"/>
          </a:xfrm>
          <a:prstGeom prst="rect">
            <a:avLst/>
          </a:prstGeom>
          <a:noFill/>
          <a:ln>
            <a:noFill/>
          </a:ln>
        </p:spPr>
        <p:txBody>
          <a:bodyPr anchorCtr="0" anchor="t" bIns="0" lIns="0" spcFirstLastPara="1" rIns="0" wrap="square" tIns="12700">
            <a:spAutoFit/>
          </a:bodyPr>
          <a:lstStyle/>
          <a:p>
            <a:pPr indent="0" lvl="0" marL="0" marR="5080" rtl="0" algn="r">
              <a:lnSpc>
                <a:spcPct val="100000"/>
              </a:lnSpc>
              <a:spcBef>
                <a:spcPts val="0"/>
              </a:spcBef>
              <a:spcAft>
                <a:spcPts val="0"/>
              </a:spcAft>
              <a:buNone/>
            </a:pPr>
            <a:r>
              <a:rPr lang="es"/>
              <a:t>Administración de Sistemas Operativos</a:t>
            </a:r>
            <a:endParaRPr/>
          </a:p>
          <a:p>
            <a:pPr indent="0" lvl="0" marL="0" marR="5080" rtl="0" algn="r">
              <a:lnSpc>
                <a:spcPct val="100000"/>
              </a:lnSpc>
              <a:spcBef>
                <a:spcPts val="0"/>
              </a:spcBef>
              <a:spcAft>
                <a:spcPts val="0"/>
              </a:spcAft>
              <a:buNone/>
            </a:pPr>
            <a:r>
              <a:rPr lang="es"/>
              <a:t>UD5- Administración de impresoras</a:t>
            </a:r>
            <a:endParaRPr/>
          </a:p>
        </p:txBody>
      </p:sp>
      <p:sp>
        <p:nvSpPr>
          <p:cNvPr id="286" name="Google Shape;286;p41"/>
          <p:cNvSpPr txBox="1"/>
          <p:nvPr/>
        </p:nvSpPr>
        <p:spPr>
          <a:xfrm>
            <a:off x="1335000" y="4639275"/>
            <a:ext cx="71907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u="sng">
                <a:solidFill>
                  <a:schemeClr val="hlink"/>
                </a:solidFill>
                <a:hlinkClick r:id="rId3"/>
              </a:rPr>
              <a:t>https://www.youtube.com/watch?v=AJZpkJvI2Pc</a:t>
            </a:r>
            <a:endParaRPr/>
          </a:p>
        </p:txBody>
      </p:sp>
      <p:pic>
        <p:nvPicPr>
          <p:cNvPr id="287" name="Google Shape;287;p41"/>
          <p:cNvPicPr preferRelativeResize="0"/>
          <p:nvPr/>
        </p:nvPicPr>
        <p:blipFill>
          <a:blip r:embed="rId4">
            <a:alphaModFix/>
          </a:blip>
          <a:stretch>
            <a:fillRect/>
          </a:stretch>
        </p:blipFill>
        <p:spPr>
          <a:xfrm>
            <a:off x="361600" y="1379150"/>
            <a:ext cx="4082514" cy="3049925"/>
          </a:xfrm>
          <a:prstGeom prst="rect">
            <a:avLst/>
          </a:prstGeom>
          <a:noFill/>
          <a:ln>
            <a:noFill/>
          </a:ln>
        </p:spPr>
      </p:pic>
      <p:pic>
        <p:nvPicPr>
          <p:cNvPr id="288" name="Google Shape;288;p41"/>
          <p:cNvPicPr preferRelativeResize="0"/>
          <p:nvPr/>
        </p:nvPicPr>
        <p:blipFill>
          <a:blip r:embed="rId5">
            <a:alphaModFix/>
          </a:blip>
          <a:stretch>
            <a:fillRect/>
          </a:stretch>
        </p:blipFill>
        <p:spPr>
          <a:xfrm>
            <a:off x="4654289" y="1350250"/>
            <a:ext cx="4108872" cy="3049925"/>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292" name="Shape 292"/>
        <p:cNvGrpSpPr/>
        <p:nvPr/>
      </p:nvGrpSpPr>
      <p:grpSpPr>
        <a:xfrm>
          <a:off x="0" y="0"/>
          <a:ext cx="0" cy="0"/>
          <a:chOff x="0" y="0"/>
          <a:chExt cx="0" cy="0"/>
        </a:xfrm>
      </p:grpSpPr>
      <p:sp>
        <p:nvSpPr>
          <p:cNvPr id="293" name="Google Shape;293;p42"/>
          <p:cNvSpPr txBox="1"/>
          <p:nvPr/>
        </p:nvSpPr>
        <p:spPr>
          <a:xfrm>
            <a:off x="361600" y="499450"/>
            <a:ext cx="4861500" cy="785100"/>
          </a:xfrm>
          <a:prstGeom prst="rect">
            <a:avLst/>
          </a:prstGeom>
          <a:noFill/>
          <a:ln>
            <a:noFill/>
          </a:ln>
        </p:spPr>
        <p:txBody>
          <a:bodyPr anchorCtr="0" anchor="t" bIns="0" lIns="0" spcFirstLastPara="1" rIns="0" wrap="square" tIns="15225">
            <a:spAutoFit/>
          </a:bodyPr>
          <a:lstStyle/>
          <a:p>
            <a:pPr indent="0" lvl="0" marL="12700" rtl="0" algn="l">
              <a:lnSpc>
                <a:spcPct val="100000"/>
              </a:lnSpc>
              <a:spcBef>
                <a:spcPts val="0"/>
              </a:spcBef>
              <a:spcAft>
                <a:spcPts val="0"/>
              </a:spcAft>
              <a:buNone/>
            </a:pPr>
            <a:r>
              <a:rPr lang="es" sz="2500"/>
              <a:t>Administración en Windows- Compartir impresora</a:t>
            </a:r>
            <a:endParaRPr sz="2500">
              <a:latin typeface="Arial"/>
              <a:ea typeface="Arial"/>
              <a:cs typeface="Arial"/>
              <a:sym typeface="Arial"/>
            </a:endParaRPr>
          </a:p>
        </p:txBody>
      </p:sp>
      <p:sp>
        <p:nvSpPr>
          <p:cNvPr id="294" name="Google Shape;294;p42"/>
          <p:cNvSpPr txBox="1"/>
          <p:nvPr>
            <p:ph type="title"/>
          </p:nvPr>
        </p:nvSpPr>
        <p:spPr>
          <a:xfrm>
            <a:off x="4972400" y="125631"/>
            <a:ext cx="4014600" cy="567000"/>
          </a:xfrm>
          <a:prstGeom prst="rect">
            <a:avLst/>
          </a:prstGeom>
          <a:noFill/>
          <a:ln>
            <a:noFill/>
          </a:ln>
        </p:spPr>
        <p:txBody>
          <a:bodyPr anchorCtr="0" anchor="t" bIns="0" lIns="0" spcFirstLastPara="1" rIns="0" wrap="square" tIns="12700">
            <a:spAutoFit/>
          </a:bodyPr>
          <a:lstStyle/>
          <a:p>
            <a:pPr indent="0" lvl="0" marL="0" marR="5080" rtl="0" algn="r">
              <a:lnSpc>
                <a:spcPct val="100000"/>
              </a:lnSpc>
              <a:spcBef>
                <a:spcPts val="0"/>
              </a:spcBef>
              <a:spcAft>
                <a:spcPts val="0"/>
              </a:spcAft>
              <a:buNone/>
            </a:pPr>
            <a:r>
              <a:rPr lang="es"/>
              <a:t>Administración de Sistemas Operativos</a:t>
            </a:r>
            <a:endParaRPr/>
          </a:p>
          <a:p>
            <a:pPr indent="0" lvl="0" marL="0" marR="5080" rtl="0" algn="r">
              <a:lnSpc>
                <a:spcPct val="100000"/>
              </a:lnSpc>
              <a:spcBef>
                <a:spcPts val="0"/>
              </a:spcBef>
              <a:spcAft>
                <a:spcPts val="0"/>
              </a:spcAft>
              <a:buNone/>
            </a:pPr>
            <a:r>
              <a:rPr lang="es"/>
              <a:t>UD5- Administración de impresoras</a:t>
            </a:r>
            <a:endParaRPr/>
          </a:p>
        </p:txBody>
      </p:sp>
      <p:sp>
        <p:nvSpPr>
          <p:cNvPr id="295" name="Google Shape;295;p42"/>
          <p:cNvSpPr txBox="1"/>
          <p:nvPr/>
        </p:nvSpPr>
        <p:spPr>
          <a:xfrm>
            <a:off x="1426000" y="1393825"/>
            <a:ext cx="6663600" cy="461700"/>
          </a:xfrm>
          <a:prstGeom prst="rect">
            <a:avLst/>
          </a:prstGeom>
          <a:noFill/>
          <a:ln>
            <a:noFill/>
          </a:ln>
        </p:spPr>
        <p:txBody>
          <a:bodyPr anchorCtr="0" anchor="t" bIns="91425" lIns="91425" spcFirstLastPara="1" rIns="91425" wrap="square" tIns="91425">
            <a:spAutoFit/>
          </a:bodyPr>
          <a:lstStyle/>
          <a:p>
            <a:pPr indent="-342900" lvl="0" marL="457200" rtl="0" algn="l">
              <a:spcBef>
                <a:spcPts val="0"/>
              </a:spcBef>
              <a:spcAft>
                <a:spcPts val="0"/>
              </a:spcAft>
              <a:buClr>
                <a:srgbClr val="595959"/>
              </a:buClr>
              <a:buSzPts val="1800"/>
              <a:buAutoNum type="arabicPeriod"/>
            </a:pPr>
            <a:r>
              <a:rPr lang="es" sz="1800">
                <a:solidFill>
                  <a:srgbClr val="595959"/>
                </a:solidFill>
              </a:rPr>
              <a:t>Conectamos las impresoras y comprobamos el acceso</a:t>
            </a:r>
            <a:endParaRPr sz="1800">
              <a:solidFill>
                <a:srgbClr val="595959"/>
              </a:solidFill>
            </a:endParaRPr>
          </a:p>
        </p:txBody>
      </p:sp>
      <p:sp>
        <p:nvSpPr>
          <p:cNvPr id="296" name="Google Shape;296;p42"/>
          <p:cNvSpPr txBox="1"/>
          <p:nvPr/>
        </p:nvSpPr>
        <p:spPr>
          <a:xfrm>
            <a:off x="1335000" y="4639275"/>
            <a:ext cx="71907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u="sng">
                <a:solidFill>
                  <a:schemeClr val="hlink"/>
                </a:solidFill>
                <a:hlinkClick r:id="rId3"/>
              </a:rPr>
              <a:t>https://www.youtube.com/watch?v=AJZpkJvI2Pc</a:t>
            </a:r>
            <a:endParaRPr/>
          </a:p>
        </p:txBody>
      </p:sp>
      <p:pic>
        <p:nvPicPr>
          <p:cNvPr id="297" name="Google Shape;297;p42"/>
          <p:cNvPicPr preferRelativeResize="0"/>
          <p:nvPr/>
        </p:nvPicPr>
        <p:blipFill>
          <a:blip r:embed="rId4">
            <a:alphaModFix/>
          </a:blip>
          <a:stretch>
            <a:fillRect/>
          </a:stretch>
        </p:blipFill>
        <p:spPr>
          <a:xfrm>
            <a:off x="279375" y="2031050"/>
            <a:ext cx="3199001" cy="2432700"/>
          </a:xfrm>
          <a:prstGeom prst="rect">
            <a:avLst/>
          </a:prstGeom>
          <a:noFill/>
          <a:ln>
            <a:noFill/>
          </a:ln>
        </p:spPr>
      </p:pic>
      <p:pic>
        <p:nvPicPr>
          <p:cNvPr id="298" name="Google Shape;298;p42"/>
          <p:cNvPicPr preferRelativeResize="0"/>
          <p:nvPr/>
        </p:nvPicPr>
        <p:blipFill>
          <a:blip r:embed="rId5">
            <a:alphaModFix/>
          </a:blip>
          <a:stretch>
            <a:fillRect/>
          </a:stretch>
        </p:blipFill>
        <p:spPr>
          <a:xfrm>
            <a:off x="4815500" y="2111975"/>
            <a:ext cx="3369374" cy="2432701"/>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